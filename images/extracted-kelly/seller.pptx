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3.xml" ContentType="application/vnd.openxmlformats-officedocument.theme+xml"/>
  <Override PartName="/ppt/tags/tag101.xml" ContentType="application/vnd.openxmlformats-officedocument.presentationml.tags+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89" r:id="rId5"/>
    <p:sldMasterId id="2147483716" r:id="rId6"/>
  </p:sldMasterIdLst>
  <p:notesMasterIdLst>
    <p:notesMasterId r:id="rId13"/>
  </p:notesMasterIdLst>
  <p:sldIdLst>
    <p:sldId id="281" r:id="rId7"/>
    <p:sldId id="538" r:id="rId8"/>
    <p:sldId id="1079" r:id="rId9"/>
    <p:sldId id="1080" r:id="rId10"/>
    <p:sldId id="1105" r:id="rId11"/>
    <p:sldId id="311" r:id="rId12"/>
  </p:sldIdLst>
  <p:sldSz cx="9144000" cy="6858000" type="screen4x3"/>
  <p:notesSz cx="7010400" cy="9236075"/>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34E527-FB9A-28CA-45C4-3FBD9C153458}" name="Hillary Brown" initials="HB" userId="S::hbrown@dalfortcapital.com::7ee8d8dd-3199-4ab8-82bd-aad0ece1346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F7F7F"/>
    <a:srgbClr val="3081F2"/>
    <a:srgbClr val="000066"/>
    <a:srgbClr val="004800"/>
    <a:srgbClr val="FF0000"/>
    <a:srgbClr val="D2D6E5"/>
    <a:srgbClr val="EAECF2"/>
    <a:srgbClr val="2E4760"/>
    <a:srgbClr val="7F6000"/>
    <a:srgbClr val="351C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F6481A-D343-4B97-9BCF-03924A178FE5}" v="15" dt="2026-02-27T15:06:10.4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2046" y="306"/>
      </p:cViewPr>
      <p:guideLst>
        <p:guide orient="horz" pos="216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presProps" Target="presProps.xml"/><Relationship Id="rId10" Type="http://schemas.openxmlformats.org/officeDocument/2006/relationships/slide" Target="slides/slide4.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eston Arnold" userId="df19c821-8b4c-4445-a3dc-34245af838cf" providerId="ADAL" clId="{89491061-A02C-4F4C-BC90-A97C26115B14}"/>
    <pc:docChg chg="undo custSel addSld delSld modSld sldOrd modMainMaster">
      <pc:chgData name="Preston Arnold" userId="df19c821-8b4c-4445-a3dc-34245af838cf" providerId="ADAL" clId="{89491061-A02C-4F4C-BC90-A97C26115B14}" dt="2026-02-27T15:22:24.111" v="1200" actId="47"/>
      <pc:docMkLst>
        <pc:docMk/>
      </pc:docMkLst>
      <pc:sldChg chg="add del ord">
        <pc:chgData name="Preston Arnold" userId="df19c821-8b4c-4445-a3dc-34245af838cf" providerId="ADAL" clId="{89491061-A02C-4F4C-BC90-A97C26115B14}" dt="2026-02-27T15:05:42.530" v="1123"/>
        <pc:sldMkLst>
          <pc:docMk/>
          <pc:sldMk cId="408132620" sldId="281"/>
        </pc:sldMkLst>
      </pc:sldChg>
      <pc:sldChg chg="addSp delSp modSp mod ord">
        <pc:chgData name="Preston Arnold" userId="df19c821-8b4c-4445-a3dc-34245af838cf" providerId="ADAL" clId="{89491061-A02C-4F4C-BC90-A97C26115B14}" dt="2026-02-09T21:25:08.004" v="1099"/>
        <pc:sldMkLst>
          <pc:docMk/>
          <pc:sldMk cId="3550295823" sldId="538"/>
        </pc:sldMkLst>
        <pc:spChg chg="mod">
          <ac:chgData name="Preston Arnold" userId="df19c821-8b4c-4445-a3dc-34245af838cf" providerId="ADAL" clId="{89491061-A02C-4F4C-BC90-A97C26115B14}" dt="2026-02-09T19:40:48.379" v="609" actId="552"/>
          <ac:spMkLst>
            <pc:docMk/>
            <pc:sldMk cId="3550295823" sldId="538"/>
            <ac:spMk id="5" creationId="{C7372796-D43A-4921-242A-68611BAE2AAE}"/>
          </ac:spMkLst>
        </pc:spChg>
        <pc:spChg chg="add mod topLvl">
          <ac:chgData name="Preston Arnold" userId="df19c821-8b4c-4445-a3dc-34245af838cf" providerId="ADAL" clId="{89491061-A02C-4F4C-BC90-A97C26115B14}" dt="2026-02-09T19:51:17.422" v="762" actId="12789"/>
          <ac:spMkLst>
            <pc:docMk/>
            <pc:sldMk cId="3550295823" sldId="538"/>
            <ac:spMk id="15" creationId="{2CFE4CFF-2ED9-1EBA-E9F2-061A01D39B99}"/>
          </ac:spMkLst>
        </pc:spChg>
        <pc:spChg chg="add mod topLvl">
          <ac:chgData name="Preston Arnold" userId="df19c821-8b4c-4445-a3dc-34245af838cf" providerId="ADAL" clId="{89491061-A02C-4F4C-BC90-A97C26115B14}" dt="2026-02-09T19:51:14.622" v="761" actId="12789"/>
          <ac:spMkLst>
            <pc:docMk/>
            <pc:sldMk cId="3550295823" sldId="538"/>
            <ac:spMk id="17" creationId="{8B313AF2-09A3-1916-387C-213109D5D57C}"/>
          </ac:spMkLst>
        </pc:spChg>
        <pc:spChg chg="add del mod topLvl">
          <ac:chgData name="Preston Arnold" userId="df19c821-8b4c-4445-a3dc-34245af838cf" providerId="ADAL" clId="{89491061-A02C-4F4C-BC90-A97C26115B14}" dt="2026-02-09T19:51:10.158" v="760" actId="12789"/>
          <ac:spMkLst>
            <pc:docMk/>
            <pc:sldMk cId="3550295823" sldId="538"/>
            <ac:spMk id="19" creationId="{62B7721A-B757-2043-B6B1-6D8A7953C7BF}"/>
          </ac:spMkLst>
        </pc:spChg>
        <pc:spChg chg="add mod">
          <ac:chgData name="Preston Arnold" userId="df19c821-8b4c-4445-a3dc-34245af838cf" providerId="ADAL" clId="{89491061-A02C-4F4C-BC90-A97C26115B14}" dt="2026-02-09T21:25:08.004" v="1099"/>
          <ac:spMkLst>
            <pc:docMk/>
            <pc:sldMk cId="3550295823" sldId="538"/>
            <ac:spMk id="20" creationId="{C806C5AF-4026-6A55-BB50-4B26074A9E0F}"/>
          </ac:spMkLst>
        </pc:spChg>
        <pc:spChg chg="add mod">
          <ac:chgData name="Preston Arnold" userId="df19c821-8b4c-4445-a3dc-34245af838cf" providerId="ADAL" clId="{89491061-A02C-4F4C-BC90-A97C26115B14}" dt="2026-02-09T19:45:36.896" v="712" actId="207"/>
          <ac:spMkLst>
            <pc:docMk/>
            <pc:sldMk cId="3550295823" sldId="538"/>
            <ac:spMk id="27" creationId="{9BEE3AC4-83B0-21C8-C541-E29F26E312A2}"/>
          </ac:spMkLst>
        </pc:spChg>
        <pc:spChg chg="add mod">
          <ac:chgData name="Preston Arnold" userId="df19c821-8b4c-4445-a3dc-34245af838cf" providerId="ADAL" clId="{89491061-A02C-4F4C-BC90-A97C26115B14}" dt="2026-02-09T21:13:43.284" v="962" actId="20577"/>
          <ac:spMkLst>
            <pc:docMk/>
            <pc:sldMk cId="3550295823" sldId="538"/>
            <ac:spMk id="30" creationId="{1237E88D-9747-DA8F-3ADE-613EAC0692FE}"/>
          </ac:spMkLst>
        </pc:spChg>
        <pc:spChg chg="add mod topLvl">
          <ac:chgData name="Preston Arnold" userId="df19c821-8b4c-4445-a3dc-34245af838cf" providerId="ADAL" clId="{89491061-A02C-4F4C-BC90-A97C26115B14}" dt="2026-02-09T19:55:38.172" v="924"/>
          <ac:spMkLst>
            <pc:docMk/>
            <pc:sldMk cId="3550295823" sldId="538"/>
            <ac:spMk id="31" creationId="{4FC9CAD7-53DB-AAD1-1584-A043452C7594}"/>
          </ac:spMkLst>
        </pc:spChg>
        <pc:spChg chg="mod">
          <ac:chgData name="Preston Arnold" userId="df19c821-8b4c-4445-a3dc-34245af838cf" providerId="ADAL" clId="{89491061-A02C-4F4C-BC90-A97C26115B14}" dt="2026-02-09T19:44:02.826" v="693" actId="208"/>
          <ac:spMkLst>
            <pc:docMk/>
            <pc:sldMk cId="3550295823" sldId="538"/>
            <ac:spMk id="44" creationId="{1F5AC688-C114-3875-1066-9D5EDA48AF9F}"/>
          </ac:spMkLst>
        </pc:spChg>
        <pc:spChg chg="mod">
          <ac:chgData name="Preston Arnold" userId="df19c821-8b4c-4445-a3dc-34245af838cf" providerId="ADAL" clId="{89491061-A02C-4F4C-BC90-A97C26115B14}" dt="2026-02-09T19:46:33.067" v="723" actId="165"/>
          <ac:spMkLst>
            <pc:docMk/>
            <pc:sldMk cId="3550295823" sldId="538"/>
            <ac:spMk id="45" creationId="{8C2A1BCE-5C7E-82BF-DBBB-829169F553BD}"/>
          </ac:spMkLst>
        </pc:spChg>
        <pc:spChg chg="mod">
          <ac:chgData name="Preston Arnold" userId="df19c821-8b4c-4445-a3dc-34245af838cf" providerId="ADAL" clId="{89491061-A02C-4F4C-BC90-A97C26115B14}" dt="2026-02-09T19:44:02.826" v="693" actId="208"/>
          <ac:spMkLst>
            <pc:docMk/>
            <pc:sldMk cId="3550295823" sldId="538"/>
            <ac:spMk id="49" creationId="{E57C22D2-676E-200A-F5C2-AF6D0696B2CB}"/>
          </ac:spMkLst>
        </pc:spChg>
        <pc:spChg chg="mod">
          <ac:chgData name="Preston Arnold" userId="df19c821-8b4c-4445-a3dc-34245af838cf" providerId="ADAL" clId="{89491061-A02C-4F4C-BC90-A97C26115B14}" dt="2026-02-09T19:46:33.067" v="723" actId="165"/>
          <ac:spMkLst>
            <pc:docMk/>
            <pc:sldMk cId="3550295823" sldId="538"/>
            <ac:spMk id="50" creationId="{3D969143-A1E6-AC2E-88FD-06971DAF4097}"/>
          </ac:spMkLst>
        </pc:spChg>
        <pc:spChg chg="mod">
          <ac:chgData name="Preston Arnold" userId="df19c821-8b4c-4445-a3dc-34245af838cf" providerId="ADAL" clId="{89491061-A02C-4F4C-BC90-A97C26115B14}" dt="2026-02-09T19:44:02.826" v="693" actId="208"/>
          <ac:spMkLst>
            <pc:docMk/>
            <pc:sldMk cId="3550295823" sldId="538"/>
            <ac:spMk id="62" creationId="{766E0A66-83BA-3921-E63B-9A739FEFB1AE}"/>
          </ac:spMkLst>
        </pc:spChg>
        <pc:spChg chg="mod">
          <ac:chgData name="Preston Arnold" userId="df19c821-8b4c-4445-a3dc-34245af838cf" providerId="ADAL" clId="{89491061-A02C-4F4C-BC90-A97C26115B14}" dt="2026-02-09T19:44:02.826" v="693" actId="208"/>
          <ac:spMkLst>
            <pc:docMk/>
            <pc:sldMk cId="3550295823" sldId="538"/>
            <ac:spMk id="63" creationId="{08487D12-5DC4-72CF-CAD3-1CEB2DDDB510}"/>
          </ac:spMkLst>
        </pc:spChg>
        <pc:spChg chg="mod">
          <ac:chgData name="Preston Arnold" userId="df19c821-8b4c-4445-a3dc-34245af838cf" providerId="ADAL" clId="{89491061-A02C-4F4C-BC90-A97C26115B14}" dt="2026-02-09T19:44:02.826" v="693" actId="208"/>
          <ac:spMkLst>
            <pc:docMk/>
            <pc:sldMk cId="3550295823" sldId="538"/>
            <ac:spMk id="64" creationId="{59D58497-43D2-BDF1-CFB6-96B45FF6DE22}"/>
          </ac:spMkLst>
        </pc:spChg>
        <pc:spChg chg="mod">
          <ac:chgData name="Preston Arnold" userId="df19c821-8b4c-4445-a3dc-34245af838cf" providerId="ADAL" clId="{89491061-A02C-4F4C-BC90-A97C26115B14}" dt="2026-02-09T19:44:02.826" v="693" actId="208"/>
          <ac:spMkLst>
            <pc:docMk/>
            <pc:sldMk cId="3550295823" sldId="538"/>
            <ac:spMk id="65" creationId="{F5E144FD-C32E-51C1-DA39-D42C36CDD923}"/>
          </ac:spMkLst>
        </pc:spChg>
        <pc:spChg chg="mod">
          <ac:chgData name="Preston Arnold" userId="df19c821-8b4c-4445-a3dc-34245af838cf" providerId="ADAL" clId="{89491061-A02C-4F4C-BC90-A97C26115B14}" dt="2026-02-09T19:46:33.067" v="723" actId="165"/>
          <ac:spMkLst>
            <pc:docMk/>
            <pc:sldMk cId="3550295823" sldId="538"/>
            <ac:spMk id="66" creationId="{3DA0F7B6-EB46-6F77-76D4-F92F58873873}"/>
          </ac:spMkLst>
        </pc:spChg>
        <pc:spChg chg="mod">
          <ac:chgData name="Preston Arnold" userId="df19c821-8b4c-4445-a3dc-34245af838cf" providerId="ADAL" clId="{89491061-A02C-4F4C-BC90-A97C26115B14}" dt="2026-02-09T19:46:33.067" v="723" actId="165"/>
          <ac:spMkLst>
            <pc:docMk/>
            <pc:sldMk cId="3550295823" sldId="538"/>
            <ac:spMk id="67" creationId="{55A91049-A587-64BC-15C3-6323E56ECEFB}"/>
          </ac:spMkLst>
        </pc:spChg>
        <pc:spChg chg="mod">
          <ac:chgData name="Preston Arnold" userId="df19c821-8b4c-4445-a3dc-34245af838cf" providerId="ADAL" clId="{89491061-A02C-4F4C-BC90-A97C26115B14}" dt="2026-02-09T19:45:48.925" v="714" actId="207"/>
          <ac:spMkLst>
            <pc:docMk/>
            <pc:sldMk cId="3550295823" sldId="538"/>
            <ac:spMk id="69" creationId="{CAEE3C06-0979-C208-A747-DB58219B5ADA}"/>
          </ac:spMkLst>
        </pc:spChg>
        <pc:spChg chg="mod">
          <ac:chgData name="Preston Arnold" userId="df19c821-8b4c-4445-a3dc-34245af838cf" providerId="ADAL" clId="{89491061-A02C-4F4C-BC90-A97C26115B14}" dt="2026-02-09T19:46:33.067" v="723" actId="165"/>
          <ac:spMkLst>
            <pc:docMk/>
            <pc:sldMk cId="3550295823" sldId="538"/>
            <ac:spMk id="70" creationId="{F723A6FA-4816-C0B4-E629-FD1CDBC93B11}"/>
          </ac:spMkLst>
        </pc:spChg>
        <pc:spChg chg="mod">
          <ac:chgData name="Preston Arnold" userId="df19c821-8b4c-4445-a3dc-34245af838cf" providerId="ADAL" clId="{89491061-A02C-4F4C-BC90-A97C26115B14}" dt="2026-02-09T19:45:48.925" v="714" actId="207"/>
          <ac:spMkLst>
            <pc:docMk/>
            <pc:sldMk cId="3550295823" sldId="538"/>
            <ac:spMk id="71" creationId="{DFF4B653-7EE7-DD2C-251A-D62DF20D8B4B}"/>
          </ac:spMkLst>
        </pc:spChg>
        <pc:spChg chg="mod">
          <ac:chgData name="Preston Arnold" userId="df19c821-8b4c-4445-a3dc-34245af838cf" providerId="ADAL" clId="{89491061-A02C-4F4C-BC90-A97C26115B14}" dt="2026-02-09T19:46:33.067" v="723" actId="165"/>
          <ac:spMkLst>
            <pc:docMk/>
            <pc:sldMk cId="3550295823" sldId="538"/>
            <ac:spMk id="72" creationId="{A534C7B3-66F0-5814-AAD9-CAA845361868}"/>
          </ac:spMkLst>
        </pc:spChg>
        <pc:grpChg chg="mod">
          <ac:chgData name="Preston Arnold" userId="df19c821-8b4c-4445-a3dc-34245af838cf" providerId="ADAL" clId="{89491061-A02C-4F4C-BC90-A97C26115B14}" dt="2026-02-09T19:46:23.926" v="721" actId="164"/>
          <ac:grpSpMkLst>
            <pc:docMk/>
            <pc:sldMk cId="3550295823" sldId="538"/>
            <ac:grpSpMk id="38" creationId="{292F5AD5-EB61-4856-6808-268AE28EB41C}"/>
          </ac:grpSpMkLst>
        </pc:grpChg>
        <pc:grpChg chg="add mod">
          <ac:chgData name="Preston Arnold" userId="df19c821-8b4c-4445-a3dc-34245af838cf" providerId="ADAL" clId="{89491061-A02C-4F4C-BC90-A97C26115B14}" dt="2026-02-09T19:45:58.162" v="716" actId="164"/>
          <ac:grpSpMkLst>
            <pc:docMk/>
            <pc:sldMk cId="3550295823" sldId="538"/>
            <ac:grpSpMk id="68" creationId="{6039DE96-A303-4ABC-845C-9A38F9DC6A59}"/>
          </ac:grpSpMkLst>
        </pc:grpChg>
        <pc:picChg chg="add mod">
          <ac:chgData name="Preston Arnold" userId="df19c821-8b4c-4445-a3dc-34245af838cf" providerId="ADAL" clId="{89491061-A02C-4F4C-BC90-A97C26115B14}" dt="2026-02-09T19:46:21.556" v="720" actId="164"/>
          <ac:picMkLst>
            <pc:docMk/>
            <pc:sldMk cId="3550295823" sldId="538"/>
            <ac:picMk id="74" creationId="{798213BC-D08A-4ACE-24F1-D348B06EF956}"/>
          </ac:picMkLst>
        </pc:picChg>
        <pc:cxnChg chg="add mod">
          <ac:chgData name="Preston Arnold" userId="df19c821-8b4c-4445-a3dc-34245af838cf" providerId="ADAL" clId="{89491061-A02C-4F4C-BC90-A97C26115B14}" dt="2026-02-09T19:51:17.422" v="762" actId="12789"/>
          <ac:cxnSpMkLst>
            <pc:docMk/>
            <pc:sldMk cId="3550295823" sldId="538"/>
            <ac:cxnSpMk id="14" creationId="{DCFE2BC4-4A3F-71FC-B4A3-FDD536F343F7}"/>
          </ac:cxnSpMkLst>
        </pc:cxnChg>
        <pc:cxnChg chg="add mod">
          <ac:chgData name="Preston Arnold" userId="df19c821-8b4c-4445-a3dc-34245af838cf" providerId="ADAL" clId="{89491061-A02C-4F4C-BC90-A97C26115B14}" dt="2026-02-09T19:51:14.622" v="761" actId="12789"/>
          <ac:cxnSpMkLst>
            <pc:docMk/>
            <pc:sldMk cId="3550295823" sldId="538"/>
            <ac:cxnSpMk id="16" creationId="{B8FA77AB-5D8D-2A1D-CE84-B8084317162B}"/>
          </ac:cxnSpMkLst>
        </pc:cxnChg>
        <pc:cxnChg chg="add mod">
          <ac:chgData name="Preston Arnold" userId="df19c821-8b4c-4445-a3dc-34245af838cf" providerId="ADAL" clId="{89491061-A02C-4F4C-BC90-A97C26115B14}" dt="2026-02-09T19:51:10.158" v="760" actId="12789"/>
          <ac:cxnSpMkLst>
            <pc:docMk/>
            <pc:sldMk cId="3550295823" sldId="538"/>
            <ac:cxnSpMk id="18" creationId="{14FF6F0A-D289-9991-A9F1-B4022F073998}"/>
          </ac:cxnSpMkLst>
        </pc:cxnChg>
      </pc:sldChg>
      <pc:sldChg chg="addSp delSp modSp mod">
        <pc:chgData name="Preston Arnold" userId="df19c821-8b4c-4445-a3dc-34245af838cf" providerId="ADAL" clId="{89491061-A02C-4F4C-BC90-A97C26115B14}" dt="2026-02-09T21:26:31.142" v="1104" actId="20577"/>
        <pc:sldMkLst>
          <pc:docMk/>
          <pc:sldMk cId="1296948533" sldId="1079"/>
        </pc:sldMkLst>
        <pc:spChg chg="mod">
          <ac:chgData name="Preston Arnold" userId="df19c821-8b4c-4445-a3dc-34245af838cf" providerId="ADAL" clId="{89491061-A02C-4F4C-BC90-A97C26115B14}" dt="2026-02-09T21:26:31.142" v="1104" actId="20577"/>
          <ac:spMkLst>
            <pc:docMk/>
            <pc:sldMk cId="1296948533" sldId="1079"/>
            <ac:spMk id="5" creationId="{4A1E04C3-3690-9FF9-035C-6834A3685A0C}"/>
          </ac:spMkLst>
        </pc:spChg>
        <pc:spChg chg="add mod">
          <ac:chgData name="Preston Arnold" userId="df19c821-8b4c-4445-a3dc-34245af838cf" providerId="ADAL" clId="{89491061-A02C-4F4C-BC90-A97C26115B14}" dt="2026-02-09T21:12:04.356" v="943" actId="478"/>
          <ac:spMkLst>
            <pc:docMk/>
            <pc:sldMk cId="1296948533" sldId="1079"/>
            <ac:spMk id="6" creationId="{5799A987-BB39-8962-EFBD-5528C215A6A4}"/>
          </ac:spMkLst>
        </pc:spChg>
      </pc:sldChg>
      <pc:sldChg chg="modSp mod">
        <pc:chgData name="Preston Arnold" userId="df19c821-8b4c-4445-a3dc-34245af838cf" providerId="ADAL" clId="{89491061-A02C-4F4C-BC90-A97C26115B14}" dt="2026-02-09T21:26:37.443" v="1111" actId="20577"/>
        <pc:sldMkLst>
          <pc:docMk/>
          <pc:sldMk cId="2793314317" sldId="1080"/>
        </pc:sldMkLst>
        <pc:spChg chg="mod">
          <ac:chgData name="Preston Arnold" userId="df19c821-8b4c-4445-a3dc-34245af838cf" providerId="ADAL" clId="{89491061-A02C-4F4C-BC90-A97C26115B14}" dt="2026-02-09T21:26:37.443" v="1111" actId="20577"/>
          <ac:spMkLst>
            <pc:docMk/>
            <pc:sldMk cId="2793314317" sldId="1080"/>
            <ac:spMk id="5" creationId="{EA154C44-E8C1-84F8-D67D-6A5BA3AAB789}"/>
          </ac:spMkLst>
        </pc:spChg>
        <pc:picChg chg="mod">
          <ac:chgData name="Preston Arnold" userId="df19c821-8b4c-4445-a3dc-34245af838cf" providerId="ADAL" clId="{89491061-A02C-4F4C-BC90-A97C26115B14}" dt="2026-02-09T21:14:23.569" v="963" actId="1036"/>
          <ac:picMkLst>
            <pc:docMk/>
            <pc:sldMk cId="2793314317" sldId="1080"/>
            <ac:picMk id="2" creationId="{16794E29-1F09-6B38-1872-85009FF0C631}"/>
          </ac:picMkLst>
        </pc:picChg>
        <pc:picChg chg="mod">
          <ac:chgData name="Preston Arnold" userId="df19c821-8b4c-4445-a3dc-34245af838cf" providerId="ADAL" clId="{89491061-A02C-4F4C-BC90-A97C26115B14}" dt="2026-02-09T19:05:41.367" v="40" actId="1035"/>
          <ac:picMkLst>
            <pc:docMk/>
            <pc:sldMk cId="2793314317" sldId="1080"/>
            <ac:picMk id="3" creationId="{2DA0FA92-4CCD-DF7C-275E-FADFAA4CE29C}"/>
          </ac:picMkLst>
        </pc:picChg>
        <pc:picChg chg="mod">
          <ac:chgData name="Preston Arnold" userId="df19c821-8b4c-4445-a3dc-34245af838cf" providerId="ADAL" clId="{89491061-A02C-4F4C-BC90-A97C26115B14}" dt="2026-02-09T19:05:34.355" v="33" actId="12788"/>
          <ac:picMkLst>
            <pc:docMk/>
            <pc:sldMk cId="2793314317" sldId="1080"/>
            <ac:picMk id="6" creationId="{FB47FB75-244A-254F-8A68-1E3C4DC79774}"/>
          </ac:picMkLst>
        </pc:picChg>
        <pc:picChg chg="mod">
          <ac:chgData name="Preston Arnold" userId="df19c821-8b4c-4445-a3dc-34245af838cf" providerId="ADAL" clId="{89491061-A02C-4F4C-BC90-A97C26115B14}" dt="2026-02-09T19:05:34.355" v="33" actId="12788"/>
          <ac:picMkLst>
            <pc:docMk/>
            <pc:sldMk cId="2793314317" sldId="1080"/>
            <ac:picMk id="13" creationId="{9DC6E3CA-2241-6AE5-238F-2A0C180BCE20}"/>
          </ac:picMkLst>
        </pc:picChg>
        <pc:picChg chg="mod">
          <ac:chgData name="Preston Arnold" userId="df19c821-8b4c-4445-a3dc-34245af838cf" providerId="ADAL" clId="{89491061-A02C-4F4C-BC90-A97C26115B14}" dt="2026-02-09T19:05:34.355" v="33" actId="12788"/>
          <ac:picMkLst>
            <pc:docMk/>
            <pc:sldMk cId="2793314317" sldId="1080"/>
            <ac:picMk id="14" creationId="{71CDD7E7-CA1F-E6DB-85C9-7CDEAA967879}"/>
          </ac:picMkLst>
        </pc:picChg>
        <pc:picChg chg="mod">
          <ac:chgData name="Preston Arnold" userId="df19c821-8b4c-4445-a3dc-34245af838cf" providerId="ADAL" clId="{89491061-A02C-4F4C-BC90-A97C26115B14}" dt="2026-02-09T19:05:34.355" v="33" actId="12788"/>
          <ac:picMkLst>
            <pc:docMk/>
            <pc:sldMk cId="2793314317" sldId="1080"/>
            <ac:picMk id="19" creationId="{2D1A9655-827A-A6BC-B270-DB50FA5E11AE}"/>
          </ac:picMkLst>
        </pc:picChg>
        <pc:picChg chg="mod">
          <ac:chgData name="Preston Arnold" userId="df19c821-8b4c-4445-a3dc-34245af838cf" providerId="ADAL" clId="{89491061-A02C-4F4C-BC90-A97C26115B14}" dt="2026-02-09T19:05:34.355" v="33" actId="12788"/>
          <ac:picMkLst>
            <pc:docMk/>
            <pc:sldMk cId="2793314317" sldId="1080"/>
            <ac:picMk id="21" creationId="{AC43B907-9F39-4C66-93B1-543D0C3A89BE}"/>
          </ac:picMkLst>
        </pc:picChg>
        <pc:picChg chg="mod">
          <ac:chgData name="Preston Arnold" userId="df19c821-8b4c-4445-a3dc-34245af838cf" providerId="ADAL" clId="{89491061-A02C-4F4C-BC90-A97C26115B14}" dt="2026-02-09T19:05:34.355" v="33" actId="12788"/>
          <ac:picMkLst>
            <pc:docMk/>
            <pc:sldMk cId="2793314317" sldId="1080"/>
            <ac:picMk id="25" creationId="{895BEFCD-11ED-EBE8-134D-A7A2EFB77A58}"/>
          </ac:picMkLst>
        </pc:picChg>
        <pc:picChg chg="mod">
          <ac:chgData name="Preston Arnold" userId="df19c821-8b4c-4445-a3dc-34245af838cf" providerId="ADAL" clId="{89491061-A02C-4F4C-BC90-A97C26115B14}" dt="2026-02-09T19:05:34.355" v="33" actId="12788"/>
          <ac:picMkLst>
            <pc:docMk/>
            <pc:sldMk cId="2793314317" sldId="1080"/>
            <ac:picMk id="27" creationId="{FC21778A-9606-5E5C-58FF-2E2A8C7FCE62}"/>
          </ac:picMkLst>
        </pc:picChg>
        <pc:picChg chg="mod">
          <ac:chgData name="Preston Arnold" userId="df19c821-8b4c-4445-a3dc-34245af838cf" providerId="ADAL" clId="{89491061-A02C-4F4C-BC90-A97C26115B14}" dt="2026-02-09T19:05:34.355" v="33" actId="12788"/>
          <ac:picMkLst>
            <pc:docMk/>
            <pc:sldMk cId="2793314317" sldId="1080"/>
            <ac:picMk id="38" creationId="{59F0BAEC-F4B0-EB0A-CE62-739C87EE9055}"/>
          </ac:picMkLst>
        </pc:picChg>
        <pc:picChg chg="mod">
          <ac:chgData name="Preston Arnold" userId="df19c821-8b4c-4445-a3dc-34245af838cf" providerId="ADAL" clId="{89491061-A02C-4F4C-BC90-A97C26115B14}" dt="2026-02-09T19:05:34.355" v="33" actId="12788"/>
          <ac:picMkLst>
            <pc:docMk/>
            <pc:sldMk cId="2793314317" sldId="1080"/>
            <ac:picMk id="39" creationId="{0B8F5511-6C73-8C00-4A82-0D7F89554F0F}"/>
          </ac:picMkLst>
        </pc:picChg>
        <pc:picChg chg="mod">
          <ac:chgData name="Preston Arnold" userId="df19c821-8b4c-4445-a3dc-34245af838cf" providerId="ADAL" clId="{89491061-A02C-4F4C-BC90-A97C26115B14}" dt="2026-02-09T19:05:22.937" v="32" actId="12788"/>
          <ac:picMkLst>
            <pc:docMk/>
            <pc:sldMk cId="2793314317" sldId="1080"/>
            <ac:picMk id="43" creationId="{AA44B92B-2640-18B5-F3BF-51A3AA6A66E6}"/>
          </ac:picMkLst>
        </pc:picChg>
        <pc:picChg chg="mod">
          <ac:chgData name="Preston Arnold" userId="df19c821-8b4c-4445-a3dc-34245af838cf" providerId="ADAL" clId="{89491061-A02C-4F4C-BC90-A97C26115B14}" dt="2026-02-09T19:05:22.937" v="32" actId="12788"/>
          <ac:picMkLst>
            <pc:docMk/>
            <pc:sldMk cId="2793314317" sldId="1080"/>
            <ac:picMk id="45" creationId="{FBDD0FA9-E34E-E241-F6EA-481344E3411B}"/>
          </ac:picMkLst>
        </pc:picChg>
        <pc:picChg chg="mod">
          <ac:chgData name="Preston Arnold" userId="df19c821-8b4c-4445-a3dc-34245af838cf" providerId="ADAL" clId="{89491061-A02C-4F4C-BC90-A97C26115B14}" dt="2026-02-09T19:05:22.937" v="32" actId="12788"/>
          <ac:picMkLst>
            <pc:docMk/>
            <pc:sldMk cId="2793314317" sldId="1080"/>
            <ac:picMk id="46" creationId="{EC5F7F00-2D92-AC6B-D8FF-36D598F9239F}"/>
          </ac:picMkLst>
        </pc:picChg>
        <pc:picChg chg="mod">
          <ac:chgData name="Preston Arnold" userId="df19c821-8b4c-4445-a3dc-34245af838cf" providerId="ADAL" clId="{89491061-A02C-4F4C-BC90-A97C26115B14}" dt="2026-02-09T19:05:22.937" v="32" actId="12788"/>
          <ac:picMkLst>
            <pc:docMk/>
            <pc:sldMk cId="2793314317" sldId="1080"/>
            <ac:picMk id="47" creationId="{0BCBA1B3-E537-CB93-A160-048C6550B032}"/>
          </ac:picMkLst>
        </pc:picChg>
        <pc:picChg chg="mod">
          <ac:chgData name="Preston Arnold" userId="df19c821-8b4c-4445-a3dc-34245af838cf" providerId="ADAL" clId="{89491061-A02C-4F4C-BC90-A97C26115B14}" dt="2026-02-09T19:05:22.937" v="32" actId="12788"/>
          <ac:picMkLst>
            <pc:docMk/>
            <pc:sldMk cId="2793314317" sldId="1080"/>
            <ac:picMk id="48" creationId="{C5663209-98B9-12B8-753E-9990FFA2C249}"/>
          </ac:picMkLst>
        </pc:picChg>
        <pc:picChg chg="mod">
          <ac:chgData name="Preston Arnold" userId="df19c821-8b4c-4445-a3dc-34245af838cf" providerId="ADAL" clId="{89491061-A02C-4F4C-BC90-A97C26115B14}" dt="2026-02-09T19:05:22.937" v="32" actId="12788"/>
          <ac:picMkLst>
            <pc:docMk/>
            <pc:sldMk cId="2793314317" sldId="1080"/>
            <ac:picMk id="49" creationId="{2D4042AF-BCD7-B4B6-65A9-8F0D9C8B0F78}"/>
          </ac:picMkLst>
        </pc:picChg>
      </pc:sldChg>
      <pc:sldChg chg="modSp mod">
        <pc:chgData name="Preston Arnold" userId="df19c821-8b4c-4445-a3dc-34245af838cf" providerId="ADAL" clId="{89491061-A02C-4F4C-BC90-A97C26115B14}" dt="2026-02-09T19:08:36.183" v="174" actId="20577"/>
        <pc:sldMkLst>
          <pc:docMk/>
          <pc:sldMk cId="2604730791" sldId="1105"/>
        </pc:sldMkLst>
        <pc:spChg chg="mod">
          <ac:chgData name="Preston Arnold" userId="df19c821-8b4c-4445-a3dc-34245af838cf" providerId="ADAL" clId="{89491061-A02C-4F4C-BC90-A97C26115B14}" dt="2026-02-09T19:08:36.183" v="174" actId="20577"/>
          <ac:spMkLst>
            <pc:docMk/>
            <pc:sldMk cId="2604730791" sldId="1105"/>
            <ac:spMk id="5" creationId="{F406E9BB-ECCF-7D5E-4E9D-22C418A8CC29}"/>
          </ac:spMkLst>
        </pc:spChg>
        <pc:spChg chg="mod">
          <ac:chgData name="Preston Arnold" userId="df19c821-8b4c-4445-a3dc-34245af838cf" providerId="ADAL" clId="{89491061-A02C-4F4C-BC90-A97C26115B14}" dt="2026-02-09T19:07:43.802" v="117"/>
          <ac:spMkLst>
            <pc:docMk/>
            <pc:sldMk cId="2604730791" sldId="1105"/>
            <ac:spMk id="18" creationId="{1D9A2D02-82A2-B357-A17F-9DFD914E363E}"/>
          </ac:spMkLst>
        </pc:spChg>
        <pc:graphicFrameChg chg="modGraphic">
          <ac:chgData name="Preston Arnold" userId="df19c821-8b4c-4445-a3dc-34245af838cf" providerId="ADAL" clId="{89491061-A02C-4F4C-BC90-A97C26115B14}" dt="2026-02-09T19:08:10.311" v="164" actId="20577"/>
          <ac:graphicFrameMkLst>
            <pc:docMk/>
            <pc:sldMk cId="2604730791" sldId="1105"/>
            <ac:graphicFrameMk id="15" creationId="{242A1731-DED8-F9F7-A728-4C21F64D278D}"/>
          </ac:graphicFrameMkLst>
        </pc:graphicFrameChg>
      </pc:sldChg>
      <pc:sldChg chg="modSp add del mod">
        <pc:chgData name="Preston Arnold" userId="df19c821-8b4c-4445-a3dc-34245af838cf" providerId="ADAL" clId="{89491061-A02C-4F4C-BC90-A97C26115B14}" dt="2026-02-27T15:22:24.111" v="1200" actId="47"/>
        <pc:sldMkLst>
          <pc:docMk/>
          <pc:sldMk cId="4054820078" sldId="1106"/>
        </pc:sldMkLst>
        <pc:spChg chg="mod">
          <ac:chgData name="Preston Arnold" userId="df19c821-8b4c-4445-a3dc-34245af838cf" providerId="ADAL" clId="{89491061-A02C-4F4C-BC90-A97C26115B14}" dt="2026-02-27T15:07:56.980" v="1190" actId="20577"/>
          <ac:spMkLst>
            <pc:docMk/>
            <pc:sldMk cId="4054820078" sldId="1106"/>
            <ac:spMk id="11" creationId="{BDD13A47-F0F8-A454-75E4-BE99D94AF88C}"/>
          </ac:spMkLst>
        </pc:spChg>
        <pc:spChg chg="mod">
          <ac:chgData name="Preston Arnold" userId="df19c821-8b4c-4445-a3dc-34245af838cf" providerId="ADAL" clId="{89491061-A02C-4F4C-BC90-A97C26115B14}" dt="2026-02-27T15:12:20.657" v="1199" actId="20577"/>
          <ac:spMkLst>
            <pc:docMk/>
            <pc:sldMk cId="4054820078" sldId="1106"/>
            <ac:spMk id="41" creationId="{C2F3F850-7EA2-DBEE-73FE-250CF2223061}"/>
          </ac:spMkLst>
        </pc:spChg>
      </pc:sldChg>
      <pc:sldMasterChg chg="delSldLayout modSldLayout">
        <pc:chgData name="Preston Arnold" userId="df19c821-8b4c-4445-a3dc-34245af838cf" providerId="ADAL" clId="{89491061-A02C-4F4C-BC90-A97C26115B14}" dt="2026-02-27T15:05:41.320" v="1121"/>
        <pc:sldMasterMkLst>
          <pc:docMk/>
          <pc:sldMasterMk cId="0" sldId="2147483648"/>
        </pc:sldMasterMkLst>
        <pc:sldLayoutChg chg="addSp delSp modSp mod">
          <pc:chgData name="Preston Arnold" userId="df19c821-8b4c-4445-a3dc-34245af838cf" providerId="ADAL" clId="{89491061-A02C-4F4C-BC90-A97C26115B14}" dt="2026-02-27T15:05:41.320" v="1121"/>
          <pc:sldLayoutMkLst>
            <pc:docMk/>
            <pc:sldMasterMk cId="0" sldId="2147483648"/>
            <pc:sldLayoutMk cId="2298794528" sldId="2147483671"/>
          </pc:sldLayoutMkLst>
          <pc:spChg chg="add mod modVis">
            <ac:chgData name="Preston Arnold" userId="df19c821-8b4c-4445-a3dc-34245af838cf" providerId="ADAL" clId="{89491061-A02C-4F4C-BC90-A97C26115B14}" dt="2026-02-27T15:05:41.320" v="1121"/>
            <ac:spMkLst>
              <pc:docMk/>
              <pc:sldMasterMk cId="0" sldId="2147483648"/>
              <pc:sldLayoutMk cId="2298794528" sldId="2147483671"/>
              <ac:spMk id="2" creationId="{3BC0872C-3E6D-1CE0-76E7-12B0B819F9C4}"/>
            </ac:spMkLst>
          </pc:spChg>
          <pc:spChg chg="del">
            <ac:chgData name="Preston Arnold" userId="df19c821-8b4c-4445-a3dc-34245af838cf" providerId="ADAL" clId="{89491061-A02C-4F4C-BC90-A97C26115B14}" dt="2026-02-27T15:05:41.292" v="1115"/>
            <ac:spMkLst>
              <pc:docMk/>
              <pc:sldMasterMk cId="0" sldId="2147483648"/>
              <pc:sldLayoutMk cId="2298794528" sldId="2147483671"/>
              <ac:spMk id="37" creationId="{127A860E-4E34-F1BA-022C-BF2BA26ACCB4}"/>
            </ac:spMkLst>
          </pc:spChg>
        </pc:sldLayoutChg>
      </pc:sldMasterChg>
      <pc:sldMasterChg chg="modSldLayout">
        <pc:chgData name="Preston Arnold" userId="df19c821-8b4c-4445-a3dc-34245af838cf" providerId="ADAL" clId="{89491061-A02C-4F4C-BC90-A97C26115B14}" dt="2026-02-27T15:06:10.461" v="1133"/>
        <pc:sldMasterMkLst>
          <pc:docMk/>
          <pc:sldMasterMk cId="3919833293" sldId="2147483689"/>
        </pc:sldMasterMkLst>
        <pc:sldLayoutChg chg="addSp delSp modSp mod">
          <pc:chgData name="Preston Arnold" userId="df19c821-8b4c-4445-a3dc-34245af838cf" providerId="ADAL" clId="{89491061-A02C-4F4C-BC90-A97C26115B14}" dt="2026-02-27T15:06:10.461" v="1133"/>
          <pc:sldLayoutMkLst>
            <pc:docMk/>
            <pc:sldMasterMk cId="3919833293" sldId="2147483689"/>
            <pc:sldLayoutMk cId="2392502269" sldId="2147483690"/>
          </pc:sldLayoutMkLst>
          <pc:spChg chg="add mod modVis">
            <ac:chgData name="Preston Arnold" userId="df19c821-8b4c-4445-a3dc-34245af838cf" providerId="ADAL" clId="{89491061-A02C-4F4C-BC90-A97C26115B14}" dt="2026-02-27T15:06:10.455" v="1131"/>
            <ac:spMkLst>
              <pc:docMk/>
              <pc:sldMasterMk cId="3919833293" sldId="2147483689"/>
              <pc:sldLayoutMk cId="2392502269" sldId="2147483690"/>
              <ac:spMk id="2" creationId="{E9EF34C9-DE93-F4BA-107A-BDDA90E3D840}"/>
            </ac:spMkLst>
          </pc:spChg>
          <pc:spChg chg="mod modVis">
            <ac:chgData name="Preston Arnold" userId="df19c821-8b4c-4445-a3dc-34245af838cf" providerId="ADAL" clId="{89491061-A02C-4F4C-BC90-A97C26115B14}" dt="2026-02-27T15:06:10.461" v="1133"/>
            <ac:spMkLst>
              <pc:docMk/>
              <pc:sldMasterMk cId="3919833293" sldId="2147483689"/>
              <pc:sldLayoutMk cId="2392502269" sldId="2147483690"/>
              <ac:spMk id="3" creationId="{00000000-0000-0000-0000-000000000000}"/>
            </ac:spMkLst>
          </pc:spChg>
          <pc:spChg chg="del">
            <ac:chgData name="Preston Arnold" userId="df19c821-8b4c-4445-a3dc-34245af838cf" providerId="ADAL" clId="{89491061-A02C-4F4C-BC90-A97C26115B14}" dt="2026-02-27T15:06:10.442" v="1125"/>
            <ac:spMkLst>
              <pc:docMk/>
              <pc:sldMasterMk cId="3919833293" sldId="2147483689"/>
              <pc:sldLayoutMk cId="2392502269" sldId="2147483690"/>
              <ac:spMk id="8" creationId="{9C518B3D-5A78-2D38-A9BA-20A2FF54B6F1}"/>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3408"/>
          </a:xfrm>
          <a:prstGeom prst="rect">
            <a:avLst/>
          </a:prstGeom>
        </p:spPr>
        <p:txBody>
          <a:bodyPr vert="horz" lIns="92828" tIns="46414" rIns="92828" bIns="46414" rtlCol="0"/>
          <a:lstStyle>
            <a:lvl1pPr algn="l">
              <a:defRPr sz="1200"/>
            </a:lvl1pPr>
          </a:lstStyle>
          <a:p>
            <a:endParaRPr lang="en-US"/>
          </a:p>
        </p:txBody>
      </p:sp>
      <p:sp>
        <p:nvSpPr>
          <p:cNvPr id="3" name="Date Placeholder 2"/>
          <p:cNvSpPr>
            <a:spLocks noGrp="1"/>
          </p:cNvSpPr>
          <p:nvPr>
            <p:ph type="dt" idx="1"/>
          </p:nvPr>
        </p:nvSpPr>
        <p:spPr>
          <a:xfrm>
            <a:off x="3970938" y="0"/>
            <a:ext cx="3037840" cy="463408"/>
          </a:xfrm>
          <a:prstGeom prst="rect">
            <a:avLst/>
          </a:prstGeom>
        </p:spPr>
        <p:txBody>
          <a:bodyPr vert="horz" lIns="92828" tIns="46414" rIns="92828" bIns="46414" rtlCol="0"/>
          <a:lstStyle>
            <a:lvl1pPr algn="r">
              <a:defRPr sz="1200"/>
            </a:lvl1pPr>
          </a:lstStyle>
          <a:p>
            <a:fld id="{D9BCD65C-D5BF-4282-AB83-A518D9931700}" type="datetimeFigureOut">
              <a:rPr lang="en-US" smtClean="0"/>
              <a:t>2/27/2026</a:t>
            </a:fld>
            <a:endParaRPr lang="en-US"/>
          </a:p>
        </p:txBody>
      </p:sp>
      <p:sp>
        <p:nvSpPr>
          <p:cNvPr id="4" name="Slide Image Placeholder 3"/>
          <p:cNvSpPr>
            <a:spLocks noGrp="1" noRot="1" noChangeAspect="1"/>
          </p:cNvSpPr>
          <p:nvPr>
            <p:ph type="sldImg" idx="2"/>
          </p:nvPr>
        </p:nvSpPr>
        <p:spPr>
          <a:xfrm>
            <a:off x="1427163" y="1154113"/>
            <a:ext cx="4156075" cy="3117850"/>
          </a:xfrm>
          <a:prstGeom prst="rect">
            <a:avLst/>
          </a:prstGeom>
          <a:noFill/>
          <a:ln w="12700">
            <a:solidFill>
              <a:prstClr val="black"/>
            </a:solidFill>
          </a:ln>
        </p:spPr>
        <p:txBody>
          <a:bodyPr vert="horz" lIns="92828" tIns="46414" rIns="92828" bIns="46414" rtlCol="0" anchor="ctr"/>
          <a:lstStyle/>
          <a:p>
            <a:endParaRPr lang="en-US"/>
          </a:p>
        </p:txBody>
      </p:sp>
      <p:sp>
        <p:nvSpPr>
          <p:cNvPr id="5" name="Notes Placeholder 4"/>
          <p:cNvSpPr>
            <a:spLocks noGrp="1"/>
          </p:cNvSpPr>
          <p:nvPr>
            <p:ph type="body" sz="quarter" idx="3"/>
          </p:nvPr>
        </p:nvSpPr>
        <p:spPr>
          <a:xfrm>
            <a:off x="701040" y="4444861"/>
            <a:ext cx="5608320" cy="3636704"/>
          </a:xfrm>
          <a:prstGeom prst="rect">
            <a:avLst/>
          </a:prstGeom>
        </p:spPr>
        <p:txBody>
          <a:bodyPr vert="horz" lIns="92828" tIns="46414" rIns="92828" bIns="464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37840" cy="463407"/>
          </a:xfrm>
          <a:prstGeom prst="rect">
            <a:avLst/>
          </a:prstGeom>
        </p:spPr>
        <p:txBody>
          <a:bodyPr vert="horz" lIns="92828" tIns="46414" rIns="92828" bIns="46414"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69"/>
            <a:ext cx="3037840" cy="463407"/>
          </a:xfrm>
          <a:prstGeom prst="rect">
            <a:avLst/>
          </a:prstGeom>
        </p:spPr>
        <p:txBody>
          <a:bodyPr vert="horz" lIns="92828" tIns="46414" rIns="92828" bIns="46414" rtlCol="0" anchor="b"/>
          <a:lstStyle>
            <a:lvl1pPr algn="r">
              <a:defRPr sz="1200"/>
            </a:lvl1pPr>
          </a:lstStyle>
          <a:p>
            <a:fld id="{22744C07-90C0-48FC-AB0D-46499E29F821}" type="slidenum">
              <a:rPr lang="en-US" smtClean="0"/>
              <a:t>‹#›</a:t>
            </a:fld>
            <a:endParaRPr lang="en-US"/>
          </a:p>
        </p:txBody>
      </p:sp>
    </p:spTree>
    <p:extLst>
      <p:ext uri="{BB962C8B-B14F-4D97-AF65-F5344CB8AC3E}">
        <p14:creationId xmlns:p14="http://schemas.microsoft.com/office/powerpoint/2010/main" val="4142489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tags" Target="../tags/tag20.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5.xml"/><Relationship Id="rId1" Type="http://schemas.openxmlformats.org/officeDocument/2006/relationships/tags" Target="../tags/tag24.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tags" Target="../tags/tag26.xml"/></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tags" Target="../tags/tag28.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2.xml"/><Relationship Id="rId1" Type="http://schemas.openxmlformats.org/officeDocument/2006/relationships/tags" Target="../tags/tag31.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tags" Target="../tags/tag35.xml"/></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8.xml"/><Relationship Id="rId1" Type="http://schemas.openxmlformats.org/officeDocument/2006/relationships/tags" Target="../tags/tag37.xml"/></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39.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 Id="rId9"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4"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4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4"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7.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4"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4"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4"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1.xml"/><Relationship Id="rId1" Type="http://schemas.openxmlformats.org/officeDocument/2006/relationships/tags" Target="../tags/tag70.xml"/></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3.xml"/><Relationship Id="rId1" Type="http://schemas.openxmlformats.org/officeDocument/2006/relationships/tags" Target="../tags/tag72.xml"/></Relationships>
</file>

<file path=ppt/slideLayouts/_rels/slideLayout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5.xml"/><Relationship Id="rId1" Type="http://schemas.openxmlformats.org/officeDocument/2006/relationships/tags" Target="../tags/tag74.xml"/></Relationships>
</file>

<file path=ppt/slideLayouts/_rels/slideLayout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tags" Target="../tags/tag76.xml"/></Relationships>
</file>

<file path=ppt/slideLayouts/_rels/slideLayout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9.xml"/><Relationship Id="rId1" Type="http://schemas.openxmlformats.org/officeDocument/2006/relationships/tags" Target="../tags/tag78.xml"/></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80.xml"/></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2.xml"/><Relationship Id="rId1" Type="http://schemas.openxmlformats.org/officeDocument/2006/relationships/tags" Target="../tags/tag81.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4.xml"/><Relationship Id="rId1" Type="http://schemas.openxmlformats.org/officeDocument/2006/relationships/tags" Target="../tags/tag83.xml"/></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6.xml"/><Relationship Id="rId1" Type="http://schemas.openxmlformats.org/officeDocument/2006/relationships/tags" Target="../tags/tag85.xml"/></Relationships>
</file>

<file path=ppt/slideLayouts/_rels/slideLayout4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8.xml"/><Relationship Id="rId1" Type="http://schemas.openxmlformats.org/officeDocument/2006/relationships/tags" Target="../tags/tag87.xml"/></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slideMaster" Target="../slideMasters/slideMaster2.xml"/><Relationship Id="rId1" Type="http://schemas.openxmlformats.org/officeDocument/2006/relationships/tags" Target="../tags/tag89.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 Id="rId9"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90.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tags" Target="../tags/tag9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tags" Target="../tags/tag9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tags" Target="../tags/tag9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tags" Target="../tags/tag94.xml"/></Relationships>
</file>

<file path=ppt/slideLayouts/_rels/slideLayout50.xml.rels><?xml version="1.0" encoding="UTF-8" standalone="yes"?>
<Relationships xmlns="http://schemas.openxmlformats.org/package/2006/relationships"><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tags" Target="../tags/tag95.xml"/><Relationship Id="rId4"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tags" Target="../tags/tag98.xml"/></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99.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tags" Target="../tags/tag100.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0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asic Template">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B7998818-79B0-8645-5C83-0E33F51983C7}"/>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37160" indent="-137160" algn="l">
              <a:buFont typeface="Arial" panose="020B0604020202020204" pitchFamily="34" charset="0"/>
              <a:buChar char="•"/>
            </a:pPr>
            <a:endParaRPr lang="en-US" sz="1000" dirty="0">
              <a:solidFill>
                <a:schemeClr val="tx1"/>
              </a:solidFill>
            </a:endParaRPr>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0" indent="0">
              <a:buFont typeface="Arial" panose="020B0604020202020204" pitchFamily="34" charset="0"/>
              <a:buNone/>
              <a:defRPr lang="en-US" sz="1200" b="0" baseline="0" dirty="0" smtClean="0">
                <a:solidFill>
                  <a:schemeClr val="tx1">
                    <a:lumMod val="65000"/>
                    <a:lumOff val="35000"/>
                  </a:schemeClr>
                </a:solidFill>
              </a:defRPr>
            </a:lvl1pPr>
          </a:lstStyle>
          <a:p>
            <a:pPr lvl="0">
              <a:spcBef>
                <a:spcPts val="0"/>
              </a:spcBef>
            </a:pPr>
            <a:r>
              <a:rPr lang="en-US"/>
              <a:t>Slide Message</a:t>
            </a:r>
          </a:p>
        </p:txBody>
      </p:sp>
      <p:sp>
        <p:nvSpPr>
          <p:cNvPr id="25"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3" name="TextBox 2" hidden="1"/>
          <p:cNvSpPr txBox="1"/>
          <p:nvPr userDrawn="1">
            <p:custDataLst>
              <p:tags r:id="rId3"/>
            </p:custDataLst>
          </p:nvPr>
        </p:nvSpPr>
        <p:spPr>
          <a:xfrm>
            <a:off x="5943600" y="990600"/>
            <a:ext cx="2743200" cy="152400"/>
          </a:xfrm>
          <a:prstGeom prst="rect">
            <a:avLst/>
          </a:prstGeom>
        </p:spPr>
        <p:txBody>
          <a:bodyPr vert="horz" lIns="0" tIns="0" rIns="0" bIns="0" rtlCol="0" anchor="b" anchorCtr="0">
            <a:normAutofit/>
          </a:bodyPr>
          <a:lstStyle>
            <a:lvl1pPr lvl="0" indent="0" algn="r">
              <a:spcBef>
                <a:spcPct val="20000"/>
              </a:spcBef>
              <a:buFont typeface="Arial" pitchFamily="34" charset="0"/>
              <a:buNone/>
              <a:defRPr sz="1000" b="1" baseline="0">
                <a:solidFill>
                  <a:schemeClr val="accent1">
                    <a:lumMod val="75000"/>
                  </a:schemeClr>
                </a:solidFill>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sz="1000" dirty="0"/>
              <a:t>Section Title</a:t>
            </a:r>
          </a:p>
        </p:txBody>
      </p:sp>
      <p:sp>
        <p:nvSpPr>
          <p:cNvPr id="5" name="Slide Number Placeholder 4"/>
          <p:cNvSpPr>
            <a:spLocks noGrp="1"/>
          </p:cNvSpPr>
          <p:nvPr>
            <p:ph type="sldNum" sz="quarter" idx="31"/>
          </p:nvPr>
        </p:nvSpPr>
        <p:spPr/>
        <p:txBody>
          <a:bodyPr/>
          <a:lstStyle/>
          <a:p>
            <a:fld id="{7E3C215A-CA0B-463C-9D89-24248B22F3D6}" type="slidenum">
              <a:rPr lang="en-US" smtClean="0"/>
              <a:pPr/>
              <a:t>‹#›</a:t>
            </a:fld>
            <a:endParaRPr lang="en-US" dirty="0"/>
          </a:p>
        </p:txBody>
      </p:sp>
      <p:sp>
        <p:nvSpPr>
          <p:cNvPr id="7" name="Title 6"/>
          <p:cNvSpPr>
            <a:spLocks noGrp="1"/>
          </p:cNvSpPr>
          <p:nvPr>
            <p:ph type="title"/>
          </p:nvPr>
        </p:nvSpPr>
        <p:spPr>
          <a:xfrm>
            <a:off x="228600" y="119730"/>
            <a:ext cx="8686800" cy="557929"/>
          </a:xfrm>
        </p:spPr>
        <p:txBody>
          <a:bodyPr/>
          <a:lstStyle/>
          <a:p>
            <a:r>
              <a:rPr lang="en-US"/>
              <a:t>Click to edit Master title style</a:t>
            </a:r>
          </a:p>
        </p:txBody>
      </p:sp>
      <p:sp>
        <p:nvSpPr>
          <p:cNvPr id="4" name="Text Placeholder 2">
            <a:extLst>
              <a:ext uri="{FF2B5EF4-FFF2-40B4-BE49-F238E27FC236}">
                <a16:creationId xmlns:a16="http://schemas.microsoft.com/office/drawing/2014/main" id="{C3E5BC24-6F6F-7ABA-9A64-1AAB95A79794}"/>
              </a:ext>
            </a:extLst>
          </p:cNvPr>
          <p:cNvSpPr>
            <a:spLocks noGrp="1"/>
          </p:cNvSpPr>
          <p:nvPr>
            <p:ph idx="1"/>
          </p:nvPr>
        </p:nvSpPr>
        <p:spPr>
          <a:xfrm>
            <a:off x="228600" y="1371602"/>
            <a:ext cx="8686800" cy="48767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452883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sic w/ Sub Header">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grpSp>
        <p:nvGrpSpPr>
          <p:cNvPr id="27" name="Agenda Level 3" hidden="1"/>
          <p:cNvGrpSpPr/>
          <p:nvPr userDrawn="1"/>
        </p:nvGrpSpPr>
        <p:grpSpPr>
          <a:xfrm>
            <a:off x="1356945" y="2895600"/>
            <a:ext cx="7329856" cy="369332"/>
            <a:chOff x="1356945" y="1998175"/>
            <a:chExt cx="7329856" cy="369332"/>
          </a:xfrm>
        </p:grpSpPr>
        <p:sp>
          <p:nvSpPr>
            <p:cNvPr id="32" name="DH Agenda 2 Topic"/>
            <p:cNvSpPr txBox="1"/>
            <p:nvPr userDrawn="1"/>
          </p:nvSpPr>
          <p:spPr>
            <a:xfrm>
              <a:off x="1356945" y="1998175"/>
              <a:ext cx="6796456" cy="369332"/>
            </a:xfrm>
            <a:prstGeom prst="rect">
              <a:avLst/>
            </a:prstGeom>
            <a:noFill/>
          </p:spPr>
          <p:txBody>
            <a:bodyPr wrap="square" tIns="0" bIns="0" rtlCol="0" anchor="ctr" anchorCtr="0">
              <a:noAutofit/>
            </a:bodyPr>
            <a:lstStyle/>
            <a:p>
              <a:pPr marL="346075" indent="-346075"/>
              <a:r>
                <a:rPr lang="en-US" sz="1800" dirty="0">
                  <a:solidFill>
                    <a:srgbClr val="595959"/>
                  </a:solidFill>
                </a:rPr>
                <a:t>[Topic]</a:t>
              </a:r>
            </a:p>
          </p:txBody>
        </p:sp>
        <p:sp>
          <p:nvSpPr>
            <p:cNvPr id="33" name="DH Agenda 2 Page"/>
            <p:cNvSpPr txBox="1"/>
            <p:nvPr userDrawn="1"/>
          </p:nvSpPr>
          <p:spPr>
            <a:xfrm>
              <a:off x="8153401" y="1998175"/>
              <a:ext cx="533400" cy="369332"/>
            </a:xfrm>
            <a:prstGeom prst="rect">
              <a:avLst/>
            </a:prstGeom>
            <a:noFill/>
          </p:spPr>
          <p:txBody>
            <a:bodyPr wrap="square" lIns="0" tIns="0" bIns="0" rtlCol="0" anchor="ctr" anchorCtr="0">
              <a:noAutofit/>
            </a:bodyPr>
            <a:lstStyle/>
            <a:p>
              <a:pPr algn="r"/>
              <a:r>
                <a:rPr lang="en-US" sz="1800" dirty="0">
                  <a:solidFill>
                    <a:srgbClr val="595959"/>
                  </a:solidFill>
                </a:rPr>
                <a:t>[P]</a:t>
              </a:r>
            </a:p>
          </p:txBody>
        </p:sp>
      </p:grpSp>
      <p:grpSp>
        <p:nvGrpSpPr>
          <p:cNvPr id="31" name="Agenda Level 2 Active" hidden="1"/>
          <p:cNvGrpSpPr/>
          <p:nvPr userDrawn="1"/>
        </p:nvGrpSpPr>
        <p:grpSpPr>
          <a:xfrm>
            <a:off x="905607" y="2443707"/>
            <a:ext cx="7781194" cy="369332"/>
            <a:chOff x="905607" y="2443707"/>
            <a:chExt cx="7781194" cy="369332"/>
          </a:xfrm>
        </p:grpSpPr>
        <p:sp>
          <p:nvSpPr>
            <p:cNvPr id="20" name="DH Agenda 2 Topic Active"/>
            <p:cNvSpPr txBox="1"/>
            <p:nvPr userDrawn="1"/>
          </p:nvSpPr>
          <p:spPr>
            <a:xfrm>
              <a:off x="1356945" y="2443707"/>
              <a:ext cx="6796456" cy="369332"/>
            </a:xfrm>
            <a:prstGeom prst="rect">
              <a:avLst/>
            </a:prstGeom>
            <a:solidFill>
              <a:srgbClr val="DCE6F2"/>
            </a:solidFill>
          </p:spPr>
          <p:txBody>
            <a:bodyPr wrap="square" lIns="91440" tIns="0" rIns="91440" bIns="0" rtlCol="0" anchor="ctr" anchorCtr="0">
              <a:noAutofit/>
            </a:bodyPr>
            <a:lstStyle/>
            <a:p>
              <a:pPr marL="346075" indent="-346075"/>
              <a:r>
                <a:rPr lang="en-US" sz="1800" b="1" dirty="0">
                  <a:solidFill>
                    <a:srgbClr val="595959"/>
                  </a:solidFill>
                </a:rPr>
                <a:t>[Topic]</a:t>
              </a:r>
            </a:p>
          </p:txBody>
        </p:sp>
        <p:sp>
          <p:nvSpPr>
            <p:cNvPr id="21" name="DH Agenda 2 Page Active"/>
            <p:cNvSpPr txBox="1"/>
            <p:nvPr userDrawn="1"/>
          </p:nvSpPr>
          <p:spPr>
            <a:xfrm>
              <a:off x="8153401" y="2443707"/>
              <a:ext cx="533400" cy="369332"/>
            </a:xfrm>
            <a:prstGeom prst="rect">
              <a:avLst/>
            </a:prstGeom>
            <a:solidFill>
              <a:srgbClr val="DCE6F2"/>
            </a:solidFill>
          </p:spPr>
          <p:txBody>
            <a:bodyPr wrap="square" lIns="0" tIns="0" bIns="0" rtlCol="0" anchor="ctr" anchorCtr="0">
              <a:noAutofit/>
            </a:bodyPr>
            <a:lstStyle/>
            <a:p>
              <a:pPr algn="r"/>
              <a:r>
                <a:rPr lang="en-US" sz="1800" b="1" dirty="0">
                  <a:solidFill>
                    <a:srgbClr val="595959"/>
                  </a:solidFill>
                </a:rPr>
                <a:t>[P]</a:t>
              </a:r>
            </a:p>
          </p:txBody>
        </p:sp>
        <p:sp>
          <p:nvSpPr>
            <p:cNvPr id="26" name="DH Agenda 2 Section Active"/>
            <p:cNvSpPr txBox="1"/>
            <p:nvPr userDrawn="1"/>
          </p:nvSpPr>
          <p:spPr>
            <a:xfrm>
              <a:off x="905607" y="2443707"/>
              <a:ext cx="381000" cy="369332"/>
            </a:xfrm>
            <a:prstGeom prst="rect">
              <a:avLst/>
            </a:prstGeom>
            <a:solidFill>
              <a:srgbClr val="376092"/>
            </a:solidFill>
          </p:spPr>
          <p:txBody>
            <a:bodyPr wrap="none" lIns="0" tIns="0" rIns="0" bIns="0" rtlCol="0" anchor="ctr" anchorCtr="0">
              <a:noAutofit/>
            </a:bodyPr>
            <a:lstStyle/>
            <a:p>
              <a:pPr algn="ctr"/>
              <a:r>
                <a:rPr lang="en-US" sz="1800" b="1" dirty="0">
                  <a:solidFill>
                    <a:schemeClr val="bg1"/>
                  </a:solidFill>
                </a:rPr>
                <a:t>[#]</a:t>
              </a:r>
            </a:p>
          </p:txBody>
        </p:sp>
      </p:grpSp>
      <p:grpSp>
        <p:nvGrpSpPr>
          <p:cNvPr id="30" name="Agenda Level 2" hidden="1"/>
          <p:cNvGrpSpPr/>
          <p:nvPr userDrawn="1"/>
        </p:nvGrpSpPr>
        <p:grpSpPr>
          <a:xfrm>
            <a:off x="905607" y="1998175"/>
            <a:ext cx="7781194" cy="369332"/>
            <a:chOff x="905607" y="1998175"/>
            <a:chExt cx="7781194" cy="369332"/>
          </a:xfrm>
        </p:grpSpPr>
        <p:sp>
          <p:nvSpPr>
            <p:cNvPr id="18" name="DH Agenda 2 Topic"/>
            <p:cNvSpPr txBox="1"/>
            <p:nvPr userDrawn="1"/>
          </p:nvSpPr>
          <p:spPr>
            <a:xfrm>
              <a:off x="1356945" y="1998175"/>
              <a:ext cx="6796456" cy="362971"/>
            </a:xfrm>
            <a:prstGeom prst="rect">
              <a:avLst/>
            </a:prstGeom>
            <a:noFill/>
          </p:spPr>
          <p:txBody>
            <a:bodyPr wrap="square" lIns="91440" tIns="0" rIns="91440" bIns="0" rtlCol="0" anchor="ctr" anchorCtr="0">
              <a:noAutofit/>
            </a:bodyPr>
            <a:lstStyle/>
            <a:p>
              <a:pPr marL="346075" indent="-346075"/>
              <a:r>
                <a:rPr lang="en-US" sz="1800" dirty="0">
                  <a:solidFill>
                    <a:srgbClr val="595959"/>
                  </a:solidFill>
                </a:rPr>
                <a:t>[Topic]</a:t>
              </a:r>
            </a:p>
          </p:txBody>
        </p:sp>
        <p:sp>
          <p:nvSpPr>
            <p:cNvPr id="19" name="DH Agenda 2 Page"/>
            <p:cNvSpPr txBox="1"/>
            <p:nvPr userDrawn="1"/>
          </p:nvSpPr>
          <p:spPr>
            <a:xfrm>
              <a:off x="8153401" y="1998175"/>
              <a:ext cx="533400" cy="369332"/>
            </a:xfrm>
            <a:prstGeom prst="rect">
              <a:avLst/>
            </a:prstGeom>
            <a:noFill/>
          </p:spPr>
          <p:txBody>
            <a:bodyPr wrap="square" lIns="0" tIns="0" bIns="0" rtlCol="0" anchor="ctr" anchorCtr="0">
              <a:noAutofit/>
            </a:bodyPr>
            <a:lstStyle/>
            <a:p>
              <a:pPr algn="r"/>
              <a:r>
                <a:rPr lang="en-US" sz="1800" dirty="0">
                  <a:solidFill>
                    <a:srgbClr val="595959"/>
                  </a:solidFill>
                </a:rPr>
                <a:t>[P]</a:t>
              </a:r>
            </a:p>
          </p:txBody>
        </p:sp>
        <p:sp>
          <p:nvSpPr>
            <p:cNvPr id="25" name="DH Agenda 2 Section"/>
            <p:cNvSpPr txBox="1"/>
            <p:nvPr userDrawn="1"/>
          </p:nvSpPr>
          <p:spPr>
            <a:xfrm>
              <a:off x="905607" y="1998175"/>
              <a:ext cx="381000" cy="369332"/>
            </a:xfrm>
            <a:prstGeom prst="rect">
              <a:avLst/>
            </a:prstGeom>
            <a:solidFill>
              <a:srgbClr val="376092"/>
            </a:solidFill>
          </p:spPr>
          <p:txBody>
            <a:bodyPr wrap="none" lIns="0" tIns="0" rIns="0" bIns="0" rtlCol="0" anchor="ctr" anchorCtr="0">
              <a:noAutofit/>
            </a:bodyPr>
            <a:lstStyle/>
            <a:p>
              <a:pPr algn="ctr"/>
              <a:r>
                <a:rPr lang="en-US" sz="1800" b="1" dirty="0">
                  <a:solidFill>
                    <a:schemeClr val="bg1"/>
                  </a:solidFill>
                </a:rPr>
                <a:t>[#]</a:t>
              </a:r>
            </a:p>
          </p:txBody>
        </p:sp>
      </p:grpSp>
      <p:grpSp>
        <p:nvGrpSpPr>
          <p:cNvPr id="29" name="Agenda Level 1 Active" hidden="1"/>
          <p:cNvGrpSpPr/>
          <p:nvPr userDrawn="1"/>
        </p:nvGrpSpPr>
        <p:grpSpPr>
          <a:xfrm>
            <a:off x="454269" y="1550182"/>
            <a:ext cx="8235462" cy="369332"/>
            <a:chOff x="454269" y="1550182"/>
            <a:chExt cx="8235462" cy="369332"/>
          </a:xfrm>
        </p:grpSpPr>
        <p:sp>
          <p:nvSpPr>
            <p:cNvPr id="12" name="DH Agenda 1 Topic Active"/>
            <p:cNvSpPr txBox="1"/>
            <p:nvPr userDrawn="1"/>
          </p:nvSpPr>
          <p:spPr>
            <a:xfrm>
              <a:off x="905607" y="1550182"/>
              <a:ext cx="7253655" cy="369332"/>
            </a:xfrm>
            <a:prstGeom prst="rect">
              <a:avLst/>
            </a:prstGeom>
            <a:solidFill>
              <a:srgbClr val="DCE6F2"/>
            </a:solidFill>
          </p:spPr>
          <p:txBody>
            <a:bodyPr wrap="square" lIns="91440" tIns="0" rIns="91440" bIns="0" rtlCol="0" anchor="ctr" anchorCtr="0">
              <a:noAutofit/>
            </a:bodyPr>
            <a:lstStyle/>
            <a:p>
              <a:r>
                <a:rPr lang="en-US" sz="1800" b="1" dirty="0">
                  <a:solidFill>
                    <a:srgbClr val="595959"/>
                  </a:solidFill>
                </a:rPr>
                <a:t>[Topic]</a:t>
              </a:r>
            </a:p>
          </p:txBody>
        </p:sp>
        <p:sp>
          <p:nvSpPr>
            <p:cNvPr id="13" name="DH Agenda 1 Page Active"/>
            <p:cNvSpPr txBox="1"/>
            <p:nvPr userDrawn="1"/>
          </p:nvSpPr>
          <p:spPr>
            <a:xfrm>
              <a:off x="8156331" y="1550182"/>
              <a:ext cx="533400" cy="369332"/>
            </a:xfrm>
            <a:prstGeom prst="rect">
              <a:avLst/>
            </a:prstGeom>
            <a:solidFill>
              <a:srgbClr val="DCE6F2"/>
            </a:solidFill>
          </p:spPr>
          <p:txBody>
            <a:bodyPr wrap="square" lIns="0" tIns="0" rIns="91440" bIns="0" rtlCol="0" anchor="ctr" anchorCtr="0">
              <a:noAutofit/>
            </a:bodyPr>
            <a:lstStyle/>
            <a:p>
              <a:pPr algn="r"/>
              <a:r>
                <a:rPr lang="en-US" sz="1800" b="1" dirty="0">
                  <a:solidFill>
                    <a:srgbClr val="595959"/>
                  </a:solidFill>
                </a:rPr>
                <a:t>[P]</a:t>
              </a:r>
            </a:p>
          </p:txBody>
        </p:sp>
        <p:sp>
          <p:nvSpPr>
            <p:cNvPr id="22" name="DH Agenda 1 Section Active"/>
            <p:cNvSpPr txBox="1"/>
            <p:nvPr userDrawn="1"/>
          </p:nvSpPr>
          <p:spPr>
            <a:xfrm>
              <a:off x="454269" y="1550182"/>
              <a:ext cx="381000" cy="369332"/>
            </a:xfrm>
            <a:prstGeom prst="rect">
              <a:avLst/>
            </a:prstGeom>
            <a:solidFill>
              <a:srgbClr val="376092"/>
            </a:solidFill>
          </p:spPr>
          <p:txBody>
            <a:bodyPr wrap="none" lIns="0" tIns="0" rIns="0" bIns="0" rtlCol="0" anchor="ctr" anchorCtr="0">
              <a:noAutofit/>
            </a:bodyPr>
            <a:lstStyle/>
            <a:p>
              <a:pPr algn="ctr"/>
              <a:r>
                <a:rPr lang="en-US" sz="1800" b="1" dirty="0">
                  <a:solidFill>
                    <a:schemeClr val="bg1"/>
                  </a:solidFill>
                </a:rPr>
                <a:t>[#]</a:t>
              </a:r>
            </a:p>
          </p:txBody>
        </p:sp>
      </p:grpSp>
      <p:grpSp>
        <p:nvGrpSpPr>
          <p:cNvPr id="28" name="Agenda Level 1" hidden="1"/>
          <p:cNvGrpSpPr/>
          <p:nvPr userDrawn="1"/>
        </p:nvGrpSpPr>
        <p:grpSpPr>
          <a:xfrm>
            <a:off x="451340" y="1107830"/>
            <a:ext cx="8241323" cy="369332"/>
            <a:chOff x="451339" y="1107830"/>
            <a:chExt cx="8241323" cy="369332"/>
          </a:xfrm>
        </p:grpSpPr>
        <p:sp>
          <p:nvSpPr>
            <p:cNvPr id="3" name="DH Agenda 1 Topic"/>
            <p:cNvSpPr txBox="1"/>
            <p:nvPr userDrawn="1"/>
          </p:nvSpPr>
          <p:spPr>
            <a:xfrm>
              <a:off x="908538" y="1107830"/>
              <a:ext cx="7250724" cy="369332"/>
            </a:xfrm>
            <a:prstGeom prst="rect">
              <a:avLst/>
            </a:prstGeom>
            <a:noFill/>
          </p:spPr>
          <p:txBody>
            <a:bodyPr wrap="square" lIns="91440" tIns="0" rIns="91440" bIns="0" rtlCol="0" anchor="ctr" anchorCtr="0">
              <a:noAutofit/>
            </a:bodyPr>
            <a:lstStyle/>
            <a:p>
              <a:r>
                <a:rPr lang="en-US" sz="1800" dirty="0">
                  <a:solidFill>
                    <a:srgbClr val="595959"/>
                  </a:solidFill>
                </a:rPr>
                <a:t>[Topic]</a:t>
              </a:r>
            </a:p>
          </p:txBody>
        </p:sp>
        <p:sp>
          <p:nvSpPr>
            <p:cNvPr id="11" name="DH Agenda 1 Page"/>
            <p:cNvSpPr txBox="1"/>
            <p:nvPr userDrawn="1"/>
          </p:nvSpPr>
          <p:spPr>
            <a:xfrm>
              <a:off x="8229600" y="1107830"/>
              <a:ext cx="463062" cy="369332"/>
            </a:xfrm>
            <a:prstGeom prst="rect">
              <a:avLst/>
            </a:prstGeom>
            <a:noFill/>
          </p:spPr>
          <p:txBody>
            <a:bodyPr wrap="none" lIns="0" tIns="0" rIns="91440" bIns="0" rtlCol="0" anchor="ctr" anchorCtr="0">
              <a:noAutofit/>
            </a:bodyPr>
            <a:lstStyle/>
            <a:p>
              <a:pPr algn="r"/>
              <a:r>
                <a:rPr lang="en-US" sz="1800" dirty="0">
                  <a:solidFill>
                    <a:srgbClr val="595959"/>
                  </a:solidFill>
                </a:rPr>
                <a:t>[P]</a:t>
              </a:r>
            </a:p>
          </p:txBody>
        </p:sp>
        <p:sp>
          <p:nvSpPr>
            <p:cNvPr id="23" name="DH Agenda 1 Section"/>
            <p:cNvSpPr txBox="1"/>
            <p:nvPr userDrawn="1"/>
          </p:nvSpPr>
          <p:spPr>
            <a:xfrm>
              <a:off x="451339" y="1107830"/>
              <a:ext cx="381000" cy="369332"/>
            </a:xfrm>
            <a:prstGeom prst="rect">
              <a:avLst/>
            </a:prstGeom>
            <a:solidFill>
              <a:srgbClr val="376092"/>
            </a:solidFill>
          </p:spPr>
          <p:txBody>
            <a:bodyPr wrap="none" lIns="0" tIns="0" rIns="0" bIns="0" rtlCol="0" anchor="ctr" anchorCtr="0">
              <a:noAutofit/>
            </a:bodyPr>
            <a:lstStyle/>
            <a:p>
              <a:pPr algn="ctr"/>
              <a:r>
                <a:rPr lang="en-US" sz="1800" b="1" dirty="0">
                  <a:solidFill>
                    <a:schemeClr val="bg1"/>
                  </a:solidFill>
                </a:rPr>
                <a:t>[#]</a:t>
              </a:r>
            </a:p>
          </p:txBody>
        </p:sp>
      </p:grpSp>
      <p:sp>
        <p:nvSpPr>
          <p:cNvPr id="34" name="Slide Number Placeholder 33"/>
          <p:cNvSpPr>
            <a:spLocks noGrp="1"/>
          </p:cNvSpPr>
          <p:nvPr>
            <p:ph type="sldNum" sz="quarter" idx="11"/>
          </p:nvPr>
        </p:nvSpPr>
        <p:spPr/>
        <p:txBody>
          <a:bodyPr/>
          <a:lstStyle/>
          <a:p>
            <a:fld id="{7E3C215A-CA0B-463C-9D89-24248B22F3D6}" type="slidenum">
              <a:rPr lang="en-US" smtClean="0"/>
              <a:pPr/>
              <a:t>‹#›</a:t>
            </a:fld>
            <a:endParaRPr lang="en-US" dirty="0"/>
          </a:p>
        </p:txBody>
      </p:sp>
      <p:sp>
        <p:nvSpPr>
          <p:cNvPr id="38" name="Title 37"/>
          <p:cNvSpPr>
            <a:spLocks noGrp="1"/>
          </p:cNvSpPr>
          <p:nvPr>
            <p:ph type="title"/>
          </p:nvPr>
        </p:nvSpPr>
        <p:spPr>
          <a:xfrm>
            <a:off x="228600" y="119730"/>
            <a:ext cx="8686800" cy="283885"/>
          </a:xfrm>
        </p:spPr>
        <p:txBody>
          <a:bodyPr/>
          <a:lstStyle>
            <a:lvl1pPr>
              <a:defRPr sz="2400" b="0"/>
            </a:lvl1pPr>
          </a:lstStyle>
          <a:p>
            <a:r>
              <a:rPr lang="en-US"/>
              <a:t>Click to edit Master title</a:t>
            </a:r>
          </a:p>
        </p:txBody>
      </p:sp>
      <p:sp>
        <p:nvSpPr>
          <p:cNvPr id="9" name="Text Placeholder 2">
            <a:extLst>
              <a:ext uri="{FF2B5EF4-FFF2-40B4-BE49-F238E27FC236}">
                <a16:creationId xmlns:a16="http://schemas.microsoft.com/office/drawing/2014/main" id="{B0A4D64A-C2E6-453E-D6F1-677466DEED5F}"/>
              </a:ext>
            </a:extLst>
          </p:cNvPr>
          <p:cNvSpPr>
            <a:spLocks noGrp="1"/>
          </p:cNvSpPr>
          <p:nvPr>
            <p:ph idx="1"/>
          </p:nvPr>
        </p:nvSpPr>
        <p:spPr>
          <a:xfrm>
            <a:off x="228600" y="824042"/>
            <a:ext cx="8686800" cy="54243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p:txBody>
      </p:sp>
      <p:sp>
        <p:nvSpPr>
          <p:cNvPr id="4" name="_Slide_Message">
            <a:extLst>
              <a:ext uri="{FF2B5EF4-FFF2-40B4-BE49-F238E27FC236}">
                <a16:creationId xmlns:a16="http://schemas.microsoft.com/office/drawing/2014/main" id="{9DEDE1C1-7A40-CCE2-B18B-14A9B4C2921A}"/>
              </a:ext>
            </a:extLst>
          </p:cNvPr>
          <p:cNvSpPr>
            <a:spLocks noGrp="1"/>
          </p:cNvSpPr>
          <p:nvPr>
            <p:ph type="body" sz="quarter" idx="18" hasCustomPrompt="1"/>
          </p:nvPr>
        </p:nvSpPr>
        <p:spPr>
          <a:xfrm>
            <a:off x="228600" y="439948"/>
            <a:ext cx="8686800" cy="283464"/>
          </a:xfrm>
        </p:spPr>
        <p:txBody>
          <a:bodyPr vert="horz" lIns="0" tIns="0" rIns="0" bIns="0" rtlCol="0" anchor="ctr">
            <a:noAutofit/>
          </a:bodyPr>
          <a:lstStyle>
            <a:lvl1pPr marL="0" indent="0">
              <a:buFont typeface="Arial" panose="020B0604020202020204" pitchFamily="34" charset="0"/>
              <a:buNone/>
              <a:defRPr lang="en-US" sz="1400" b="0" baseline="0" dirty="0" smtClean="0">
                <a:solidFill>
                  <a:schemeClr val="tx1"/>
                </a:solidFill>
              </a:defRPr>
            </a:lvl1pPr>
          </a:lstStyle>
          <a:p>
            <a:pPr lvl="0">
              <a:spcBef>
                <a:spcPts val="0"/>
              </a:spcBef>
            </a:pPr>
            <a:r>
              <a:rPr lang="en-US"/>
              <a:t>Click to edit sub-title</a:t>
            </a:r>
          </a:p>
        </p:txBody>
      </p:sp>
    </p:spTree>
    <p:extLst>
      <p:ext uri="{BB962C8B-B14F-4D97-AF65-F5344CB8AC3E}">
        <p14:creationId xmlns:p14="http://schemas.microsoft.com/office/powerpoint/2010/main" val="2382103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Tile_1">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EC270EDD-EAB2-9E58-0E5D-BEF613D92DC5}"/>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37160" indent="-137160" algn="l">
              <a:buFont typeface="Arial" panose="020B0604020202020204" pitchFamily="34" charset="0"/>
              <a:buChar char="•"/>
            </a:pPr>
            <a:endParaRPr lang="en-US" sz="1000" dirty="0">
              <a:solidFill>
                <a:schemeClr val="tx1"/>
              </a:solidFill>
            </a:endParaRPr>
          </a:p>
        </p:txBody>
      </p:sp>
      <p:sp>
        <p:nvSpPr>
          <p:cNvPr id="3" name="_Content_Single_With_Title"/>
          <p:cNvSpPr>
            <a:spLocks noGrp="1"/>
          </p:cNvSpPr>
          <p:nvPr>
            <p:ph idx="1" hasCustomPrompt="1"/>
          </p:nvPr>
        </p:nvSpPr>
        <p:spPr>
          <a:xfrm>
            <a:off x="228600" y="1676400"/>
            <a:ext cx="8686800" cy="4572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0" indent="0">
              <a:buFont typeface="Arial" panose="020B0604020202020204" pitchFamily="34" charset="0"/>
              <a:buNone/>
              <a:defRPr lang="en-US" sz="1200" b="0" baseline="0" dirty="0" smtClean="0">
                <a:solidFill>
                  <a:schemeClr val="tx1">
                    <a:lumMod val="65000"/>
                    <a:lumOff val="35000"/>
                  </a:schemeClr>
                </a:solidFill>
              </a:defRPr>
            </a:lvl1pPr>
          </a:lstStyle>
          <a:p>
            <a:pPr lvl="0">
              <a:spcBef>
                <a:spcPts val="0"/>
              </a:spcBef>
            </a:pPr>
            <a:r>
              <a:rPr lang="en-US"/>
              <a:t>Slide Message</a:t>
            </a:r>
          </a:p>
        </p:txBody>
      </p:sp>
      <p:sp>
        <p:nvSpPr>
          <p:cNvPr id="19" name="_Title_Single"/>
          <p:cNvSpPr>
            <a:spLocks noGrp="1"/>
          </p:cNvSpPr>
          <p:nvPr>
            <p:ph type="body" sz="quarter" idx="21" hasCustomPrompt="1"/>
          </p:nvPr>
        </p:nvSpPr>
        <p:spPr>
          <a:xfrm>
            <a:off x="228600" y="1371600"/>
            <a:ext cx="86868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5"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14" name="TextBox 13" hidden="1"/>
          <p:cNvSpPr txBox="1"/>
          <p:nvPr userDrawn="1">
            <p:custDataLst>
              <p:tags r:id="rId3"/>
            </p:custDataLst>
          </p:nvPr>
        </p:nvSpPr>
        <p:spPr>
          <a:xfrm>
            <a:off x="5943600" y="990600"/>
            <a:ext cx="2743200" cy="152400"/>
          </a:xfrm>
          <a:prstGeom prst="rect">
            <a:avLst/>
          </a:prstGeom>
        </p:spPr>
        <p:txBody>
          <a:bodyPr vert="horz" lIns="0" tIns="0" rIns="0" bIns="0" rtlCol="0" anchor="b" anchorCtr="0">
            <a:normAutofit/>
          </a:bodyPr>
          <a:lstStyle>
            <a:lvl1pPr lvl="0" indent="0" algn="r">
              <a:spcBef>
                <a:spcPct val="20000"/>
              </a:spcBef>
              <a:buFont typeface="Arial" pitchFamily="34" charset="0"/>
              <a:buNone/>
              <a:defRPr sz="1000" b="1" baseline="0">
                <a:solidFill>
                  <a:schemeClr val="accent1">
                    <a:lumMod val="75000"/>
                  </a:schemeClr>
                </a:solidFill>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endParaRPr lang="en-US" sz="1000" dirty="0"/>
          </a:p>
        </p:txBody>
      </p:sp>
      <p:sp>
        <p:nvSpPr>
          <p:cNvPr id="5" name="Slide Number Placeholder 4"/>
          <p:cNvSpPr>
            <a:spLocks noGrp="1"/>
          </p:cNvSpPr>
          <p:nvPr>
            <p:ph type="sldNum" sz="quarter" idx="31"/>
          </p:nvPr>
        </p:nvSpPr>
        <p:spPr/>
        <p:txBody>
          <a:bodyPr/>
          <a:lstStyle/>
          <a:p>
            <a:fld id="{7E3C215A-CA0B-463C-9D89-24248B22F3D6}" type="slidenum">
              <a:rPr lang="en-US" smtClean="0"/>
              <a:pPr/>
              <a:t>‹#›</a:t>
            </a:fld>
            <a:endParaRPr lang="en-US" dirty="0"/>
          </a:p>
        </p:txBody>
      </p:sp>
      <p:sp>
        <p:nvSpPr>
          <p:cNvPr id="6" name="Title 5"/>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ngle Tile_2">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9C543AEB-2971-152D-368B-20A92FF4425B}"/>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4" name="Straight Connector 3">
            <a:extLst>
              <a:ext uri="{FF2B5EF4-FFF2-40B4-BE49-F238E27FC236}">
                <a16:creationId xmlns:a16="http://schemas.microsoft.com/office/drawing/2014/main" id="{BE601A6D-486C-33F0-06B4-D0F01D645FD7}"/>
              </a:ext>
            </a:extLst>
          </p:cNvPr>
          <p:cNvCxnSpPr>
            <a:cxnSpLocks/>
          </p:cNvCxnSpPr>
          <p:nvPr userDrawn="1"/>
        </p:nvCxnSpPr>
        <p:spPr>
          <a:xfrm>
            <a:off x="228600" y="1498122"/>
            <a:ext cx="8686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_Content_Single_With_Title"/>
          <p:cNvSpPr>
            <a:spLocks noGrp="1"/>
          </p:cNvSpPr>
          <p:nvPr>
            <p:ph idx="1" hasCustomPrompt="1"/>
          </p:nvPr>
        </p:nvSpPr>
        <p:spPr>
          <a:xfrm>
            <a:off x="228600" y="1676400"/>
            <a:ext cx="8686800" cy="4572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0" indent="0">
              <a:buFont typeface="Arial" panose="020B0604020202020204" pitchFamily="34" charset="0"/>
              <a:buNone/>
              <a:defRPr lang="en-US" sz="1200" b="0" baseline="0" dirty="0" smtClean="0">
                <a:solidFill>
                  <a:schemeClr val="tx1">
                    <a:lumMod val="65000"/>
                    <a:lumOff val="35000"/>
                  </a:schemeClr>
                </a:solidFill>
              </a:defRPr>
            </a:lvl1pPr>
          </a:lstStyle>
          <a:p>
            <a:pPr lvl="0">
              <a:spcBef>
                <a:spcPts val="0"/>
              </a:spcBef>
            </a:pPr>
            <a:r>
              <a:rPr lang="en-US"/>
              <a:t>Slide Message</a:t>
            </a:r>
          </a:p>
        </p:txBody>
      </p:sp>
      <p:sp>
        <p:nvSpPr>
          <p:cNvPr id="19" name="_Title_Single"/>
          <p:cNvSpPr>
            <a:spLocks noGrp="1"/>
          </p:cNvSpPr>
          <p:nvPr>
            <p:ph type="body" sz="quarter" idx="21" hasCustomPrompt="1"/>
          </p:nvPr>
        </p:nvSpPr>
        <p:spPr>
          <a:xfrm>
            <a:off x="3326643" y="1371600"/>
            <a:ext cx="2185916" cy="228600"/>
          </a:xfrm>
          <a:solidFill>
            <a:schemeClr val="bg1"/>
          </a:solidFill>
        </p:spPr>
        <p:txBody>
          <a:bodyPr anchor="ctr" anchorCtr="0">
            <a:noAutofit/>
          </a:bodyPr>
          <a:lstStyle>
            <a:lvl1pPr algn="ctr">
              <a:buNone/>
              <a:defRPr sz="1200" b="1" baseline="0">
                <a:solidFill>
                  <a:schemeClr val="tx1"/>
                </a:solidFill>
              </a:defRPr>
            </a:lvl1pPr>
          </a:lstStyle>
          <a:p>
            <a:pPr lvl="0"/>
            <a:r>
              <a:rPr lang="en-US"/>
              <a:t>Shape Title</a:t>
            </a:r>
          </a:p>
        </p:txBody>
      </p:sp>
      <p:sp>
        <p:nvSpPr>
          <p:cNvPr id="25"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14" name="TextBox 13" hidden="1"/>
          <p:cNvSpPr txBox="1"/>
          <p:nvPr userDrawn="1">
            <p:custDataLst>
              <p:tags r:id="rId3"/>
            </p:custDataLst>
          </p:nvPr>
        </p:nvSpPr>
        <p:spPr>
          <a:xfrm>
            <a:off x="5943600" y="990600"/>
            <a:ext cx="2743200" cy="152400"/>
          </a:xfrm>
          <a:prstGeom prst="rect">
            <a:avLst/>
          </a:prstGeom>
        </p:spPr>
        <p:txBody>
          <a:bodyPr vert="horz" lIns="0" tIns="0" rIns="0" bIns="0" rtlCol="0" anchor="b" anchorCtr="0">
            <a:normAutofit/>
          </a:bodyPr>
          <a:lstStyle>
            <a:lvl1pPr lvl="0" indent="0" algn="r">
              <a:spcBef>
                <a:spcPct val="20000"/>
              </a:spcBef>
              <a:buFont typeface="Arial" pitchFamily="34" charset="0"/>
              <a:buNone/>
              <a:defRPr sz="1000" b="1" baseline="0">
                <a:solidFill>
                  <a:schemeClr val="accent1">
                    <a:lumMod val="75000"/>
                  </a:schemeClr>
                </a:solidFill>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sz="1000" dirty="0"/>
              <a:t>Section Title</a:t>
            </a:r>
          </a:p>
        </p:txBody>
      </p:sp>
      <p:sp>
        <p:nvSpPr>
          <p:cNvPr id="5" name="Slide Number Placeholder 4"/>
          <p:cNvSpPr>
            <a:spLocks noGrp="1"/>
          </p:cNvSpPr>
          <p:nvPr>
            <p:ph type="sldNum" sz="quarter" idx="31"/>
          </p:nvPr>
        </p:nvSpPr>
        <p:spPr/>
        <p:txBody>
          <a:bodyPr/>
          <a:lstStyle/>
          <a:p>
            <a:fld id="{7E3C215A-CA0B-463C-9D89-24248B22F3D6}" type="slidenum">
              <a:rPr lang="en-US" smtClean="0"/>
              <a:pPr/>
              <a:t>‹#›</a:t>
            </a:fld>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25010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ingle Tile_3">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BE601A6D-486C-33F0-06B4-D0F01D645FD7}"/>
              </a:ext>
            </a:extLst>
          </p:cNvPr>
          <p:cNvCxnSpPr>
            <a:cxnSpLocks/>
          </p:cNvCxnSpPr>
          <p:nvPr userDrawn="1"/>
        </p:nvCxnSpPr>
        <p:spPr>
          <a:xfrm>
            <a:off x="228600" y="1600200"/>
            <a:ext cx="8686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Do not remove" hidden="1">
            <a:extLst>
              <a:ext uri="{FF2B5EF4-FFF2-40B4-BE49-F238E27FC236}">
                <a16:creationId xmlns:a16="http://schemas.microsoft.com/office/drawing/2014/main" id="{2CCAD1C7-7A14-3744-D23E-247913EC74BA}"/>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 name="_Content_Single_With_Title"/>
          <p:cNvSpPr>
            <a:spLocks noGrp="1"/>
          </p:cNvSpPr>
          <p:nvPr>
            <p:ph idx="1" hasCustomPrompt="1"/>
          </p:nvPr>
        </p:nvSpPr>
        <p:spPr>
          <a:xfrm>
            <a:off x="228600" y="1676400"/>
            <a:ext cx="8686800" cy="4572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0" indent="0">
              <a:buFont typeface="Arial" panose="020B0604020202020204" pitchFamily="34" charset="0"/>
              <a:buNone/>
              <a:defRPr lang="en-US" sz="1200" b="0" baseline="0" dirty="0" smtClean="0">
                <a:solidFill>
                  <a:schemeClr val="tx1">
                    <a:lumMod val="65000"/>
                    <a:lumOff val="35000"/>
                  </a:schemeClr>
                </a:solidFill>
              </a:defRPr>
            </a:lvl1pPr>
          </a:lstStyle>
          <a:p>
            <a:pPr lvl="0">
              <a:spcBef>
                <a:spcPts val="0"/>
              </a:spcBef>
            </a:pPr>
            <a:r>
              <a:rPr lang="en-US"/>
              <a:t>Slide Message</a:t>
            </a:r>
          </a:p>
        </p:txBody>
      </p:sp>
      <p:sp>
        <p:nvSpPr>
          <p:cNvPr id="19" name="_Title_Single"/>
          <p:cNvSpPr>
            <a:spLocks noGrp="1"/>
          </p:cNvSpPr>
          <p:nvPr>
            <p:ph type="body" sz="quarter" idx="21" hasCustomPrompt="1"/>
          </p:nvPr>
        </p:nvSpPr>
        <p:spPr>
          <a:xfrm>
            <a:off x="3326643" y="1345722"/>
            <a:ext cx="2185916" cy="228600"/>
          </a:xfrm>
          <a:solidFill>
            <a:schemeClr val="bg1"/>
          </a:solidFill>
        </p:spPr>
        <p:txBody>
          <a:bodyPr anchor="ctr" anchorCtr="0">
            <a:noAutofit/>
          </a:bodyPr>
          <a:lstStyle>
            <a:lvl1pPr algn="ctr">
              <a:buNone/>
              <a:defRPr sz="1200" b="1" baseline="0">
                <a:solidFill>
                  <a:schemeClr val="tx1"/>
                </a:solidFill>
              </a:defRPr>
            </a:lvl1pPr>
          </a:lstStyle>
          <a:p>
            <a:pPr lvl="0"/>
            <a:r>
              <a:rPr lang="en-US"/>
              <a:t>Shape Title</a:t>
            </a:r>
          </a:p>
        </p:txBody>
      </p:sp>
      <p:sp>
        <p:nvSpPr>
          <p:cNvPr id="25"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14" name="TextBox 13" hidden="1"/>
          <p:cNvSpPr txBox="1"/>
          <p:nvPr userDrawn="1">
            <p:custDataLst>
              <p:tags r:id="rId3"/>
            </p:custDataLst>
          </p:nvPr>
        </p:nvSpPr>
        <p:spPr>
          <a:xfrm>
            <a:off x="5943600" y="990600"/>
            <a:ext cx="2743200" cy="152400"/>
          </a:xfrm>
          <a:prstGeom prst="rect">
            <a:avLst/>
          </a:prstGeom>
        </p:spPr>
        <p:txBody>
          <a:bodyPr vert="horz" lIns="0" tIns="0" rIns="0" bIns="0" rtlCol="0" anchor="b" anchorCtr="0">
            <a:normAutofit/>
          </a:bodyPr>
          <a:lstStyle>
            <a:lvl1pPr lvl="0" indent="0" algn="r">
              <a:spcBef>
                <a:spcPct val="20000"/>
              </a:spcBef>
              <a:buFont typeface="Arial" pitchFamily="34" charset="0"/>
              <a:buNone/>
              <a:defRPr sz="1000" b="1" baseline="0">
                <a:solidFill>
                  <a:schemeClr val="accent1">
                    <a:lumMod val="75000"/>
                  </a:schemeClr>
                </a:solidFill>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sz="1000" dirty="0"/>
              <a:t>Section Title</a:t>
            </a:r>
          </a:p>
        </p:txBody>
      </p:sp>
      <p:sp>
        <p:nvSpPr>
          <p:cNvPr id="5" name="Slide Number Placeholder 4"/>
          <p:cNvSpPr>
            <a:spLocks noGrp="1"/>
          </p:cNvSpPr>
          <p:nvPr>
            <p:ph type="sldNum" sz="quarter" idx="31"/>
          </p:nvPr>
        </p:nvSpPr>
        <p:spPr/>
        <p:txBody>
          <a:bodyPr/>
          <a:lstStyle/>
          <a:p>
            <a:fld id="{7E3C215A-CA0B-463C-9D89-24248B22F3D6}" type="slidenum">
              <a:rPr lang="en-US" smtClean="0"/>
              <a:pPr/>
              <a:t>‹#›</a:t>
            </a:fld>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43143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ingle Tile w/ Sub Header">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2CCAD1C7-7A14-3744-D23E-247913EC74BA}"/>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 name="_Content_Single_With_Title"/>
          <p:cNvSpPr>
            <a:spLocks noGrp="1"/>
          </p:cNvSpPr>
          <p:nvPr>
            <p:ph idx="1" hasCustomPrompt="1"/>
          </p:nvPr>
        </p:nvSpPr>
        <p:spPr>
          <a:xfrm>
            <a:off x="228600" y="1676400"/>
            <a:ext cx="8686800" cy="4572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0" indent="0">
              <a:buFont typeface="Arial" panose="020B0604020202020204" pitchFamily="34" charset="0"/>
              <a:buNone/>
              <a:defRPr lang="en-US" sz="1200" b="0" baseline="0" dirty="0" smtClean="0">
                <a:solidFill>
                  <a:schemeClr val="tx1">
                    <a:lumMod val="65000"/>
                    <a:lumOff val="35000"/>
                  </a:schemeClr>
                </a:solidFill>
              </a:defRPr>
            </a:lvl1pPr>
          </a:lstStyle>
          <a:p>
            <a:pPr lvl="0">
              <a:spcBef>
                <a:spcPts val="0"/>
              </a:spcBef>
            </a:pPr>
            <a:r>
              <a:rPr lang="en-US"/>
              <a:t>Slide Message</a:t>
            </a:r>
          </a:p>
        </p:txBody>
      </p:sp>
      <p:sp>
        <p:nvSpPr>
          <p:cNvPr id="19" name="_Title_Single"/>
          <p:cNvSpPr>
            <a:spLocks noGrp="1"/>
          </p:cNvSpPr>
          <p:nvPr>
            <p:ph type="body" sz="quarter" idx="21" hasCustomPrompt="1"/>
          </p:nvPr>
        </p:nvSpPr>
        <p:spPr>
          <a:xfrm>
            <a:off x="228600" y="1371600"/>
            <a:ext cx="86868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5"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14" name="TextBox 13" hidden="1"/>
          <p:cNvSpPr txBox="1"/>
          <p:nvPr userDrawn="1">
            <p:custDataLst>
              <p:tags r:id="rId3"/>
            </p:custDataLst>
          </p:nvPr>
        </p:nvSpPr>
        <p:spPr>
          <a:xfrm>
            <a:off x="5943600" y="990600"/>
            <a:ext cx="2743200" cy="152400"/>
          </a:xfrm>
          <a:prstGeom prst="rect">
            <a:avLst/>
          </a:prstGeom>
        </p:spPr>
        <p:txBody>
          <a:bodyPr vert="horz" lIns="0" tIns="0" rIns="0" bIns="0" rtlCol="0" anchor="b" anchorCtr="0">
            <a:normAutofit/>
          </a:bodyPr>
          <a:lstStyle>
            <a:lvl1pPr lvl="0" indent="0" algn="r">
              <a:spcBef>
                <a:spcPct val="20000"/>
              </a:spcBef>
              <a:buFont typeface="Arial" pitchFamily="34" charset="0"/>
              <a:buNone/>
              <a:defRPr sz="1000" b="1" baseline="0">
                <a:solidFill>
                  <a:schemeClr val="accent1">
                    <a:lumMod val="75000"/>
                  </a:schemeClr>
                </a:solidFill>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sz="1000" dirty="0"/>
              <a:t>Section Title</a:t>
            </a:r>
          </a:p>
        </p:txBody>
      </p:sp>
      <p:sp>
        <p:nvSpPr>
          <p:cNvPr id="5" name="Slide Number Placeholder 4"/>
          <p:cNvSpPr>
            <a:spLocks noGrp="1"/>
          </p:cNvSpPr>
          <p:nvPr>
            <p:ph type="sldNum" sz="quarter" idx="31"/>
          </p:nvPr>
        </p:nvSpPr>
        <p:spPr/>
        <p:txBody>
          <a:bodyPr/>
          <a:lstStyle/>
          <a:p>
            <a:fld id="{7E3C215A-CA0B-463C-9D89-24248B22F3D6}" type="slidenum">
              <a:rPr lang="en-US" smtClean="0"/>
              <a:pPr/>
              <a:t>‹#›</a:t>
            </a:fld>
            <a:endParaRPr lang="en-US" dirty="0"/>
          </a:p>
        </p:txBody>
      </p:sp>
      <p:sp>
        <p:nvSpPr>
          <p:cNvPr id="4" name="Title 37">
            <a:extLst>
              <a:ext uri="{FF2B5EF4-FFF2-40B4-BE49-F238E27FC236}">
                <a16:creationId xmlns:a16="http://schemas.microsoft.com/office/drawing/2014/main" id="{A0E0D871-9087-F166-8EDF-D69B2253E0F1}"/>
              </a:ext>
            </a:extLst>
          </p:cNvPr>
          <p:cNvSpPr>
            <a:spLocks noGrp="1"/>
          </p:cNvSpPr>
          <p:nvPr>
            <p:ph type="title"/>
          </p:nvPr>
        </p:nvSpPr>
        <p:spPr>
          <a:xfrm>
            <a:off x="228600" y="119730"/>
            <a:ext cx="8686800" cy="283885"/>
          </a:xfrm>
        </p:spPr>
        <p:txBody>
          <a:bodyPr/>
          <a:lstStyle>
            <a:lvl1pPr>
              <a:defRPr sz="2400" b="0"/>
            </a:lvl1pPr>
          </a:lstStyle>
          <a:p>
            <a:r>
              <a:rPr lang="en-US"/>
              <a:t>Click to edit Master title</a:t>
            </a:r>
          </a:p>
        </p:txBody>
      </p:sp>
      <p:sp>
        <p:nvSpPr>
          <p:cNvPr id="7" name="Text Placeholder 7">
            <a:extLst>
              <a:ext uri="{FF2B5EF4-FFF2-40B4-BE49-F238E27FC236}">
                <a16:creationId xmlns:a16="http://schemas.microsoft.com/office/drawing/2014/main" id="{F2FA7403-0140-D182-6B5D-B639CBB24E58}"/>
              </a:ext>
            </a:extLst>
          </p:cNvPr>
          <p:cNvSpPr>
            <a:spLocks noGrp="1"/>
          </p:cNvSpPr>
          <p:nvPr>
            <p:ph type="body" sz="quarter" idx="12" hasCustomPrompt="1"/>
          </p:nvPr>
        </p:nvSpPr>
        <p:spPr>
          <a:xfrm>
            <a:off x="228600" y="439948"/>
            <a:ext cx="8686800" cy="283464"/>
          </a:xfrm>
        </p:spPr>
        <p:txBody>
          <a:bodyPr vert="horz" lIns="0" tIns="45720" rIns="91440" bIns="45720" rtlCol="0" anchor="ctr" anchorCtr="0">
            <a:noAutofit/>
          </a:bodyPr>
          <a:lstStyle>
            <a:lvl1pPr>
              <a:defRPr lang="en-US" sz="1400" b="0" smtClean="0">
                <a:solidFill>
                  <a:schemeClr val="tx1"/>
                </a:solidFill>
                <a:ea typeface="+mj-ea"/>
                <a:cs typeface="Arial" panose="020B0604020202020204" pitchFamily="34" charset="0"/>
              </a:defRPr>
            </a:lvl1pPr>
            <a:lvl2pPr>
              <a:defRPr lang="en-US" smtClean="0"/>
            </a:lvl2pPr>
            <a:lvl3pPr>
              <a:defRPr lang="en-US" smtClean="0"/>
            </a:lvl3pPr>
            <a:lvl4pPr>
              <a:defRPr lang="en-US" smtClean="0"/>
            </a:lvl4pPr>
            <a:lvl5pPr>
              <a:defRPr lang="en-US"/>
            </a:lvl5pPr>
          </a:lstStyle>
          <a:p>
            <a:pPr lvl="0">
              <a:spcBef>
                <a:spcPct val="0"/>
              </a:spcBef>
              <a:buNone/>
            </a:pPr>
            <a:r>
              <a:rPr lang="en-US"/>
              <a:t>Click to edit sub-title</a:t>
            </a:r>
          </a:p>
        </p:txBody>
      </p:sp>
    </p:spTree>
    <p:extLst>
      <p:ext uri="{BB962C8B-B14F-4D97-AF65-F5344CB8AC3E}">
        <p14:creationId xmlns:p14="http://schemas.microsoft.com/office/powerpoint/2010/main" val="3632401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Right Tiles">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3DA5CACD-93D0-0DB8-16BA-D321666038EF}"/>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37160" indent="-137160" algn="l">
              <a:buFont typeface="Arial" panose="020B0604020202020204" pitchFamily="34" charset="0"/>
              <a:buChar char="•"/>
            </a:pPr>
            <a:endParaRPr lang="en-US" sz="1000" dirty="0">
              <a:solidFill>
                <a:schemeClr val="tx1"/>
              </a:solidFill>
            </a:endParaRPr>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342900" indent="-342900">
              <a:buNone/>
              <a:defRPr lang="en-US" sz="1200" b="0" baseline="0" dirty="0" smtClean="0">
                <a:solidFill>
                  <a:schemeClr val="tx1">
                    <a:lumMod val="65000"/>
                    <a:lumOff val="35000"/>
                  </a:schemeClr>
                </a:solidFill>
              </a:defRPr>
            </a:lvl1pPr>
          </a:lstStyle>
          <a:p>
            <a:pPr marL="0" lvl="0" indent="0">
              <a:spcBef>
                <a:spcPts val="0"/>
              </a:spcBef>
            </a:pPr>
            <a:r>
              <a:rPr lang="en-US"/>
              <a:t>Slide Message</a:t>
            </a:r>
          </a:p>
        </p:txBody>
      </p:sp>
      <p:sp>
        <p:nvSpPr>
          <p:cNvPr id="17" name="_Title_Half_Left"/>
          <p:cNvSpPr>
            <a:spLocks noGrp="1"/>
          </p:cNvSpPr>
          <p:nvPr>
            <p:ph type="body" sz="quarter" idx="21" hasCustomPrompt="1"/>
          </p:nvPr>
        </p:nvSpPr>
        <p:spPr>
          <a:xfrm>
            <a:off x="228600" y="13716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19" name="_Title_Half_Right"/>
          <p:cNvSpPr>
            <a:spLocks noGrp="1"/>
          </p:cNvSpPr>
          <p:nvPr>
            <p:ph type="body" sz="quarter" idx="22" hasCustomPrompt="1"/>
          </p:nvPr>
        </p:nvSpPr>
        <p:spPr>
          <a:xfrm>
            <a:off x="4648200" y="13716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7"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4" name="Slide Number Placeholder 3"/>
          <p:cNvSpPr>
            <a:spLocks noGrp="1"/>
          </p:cNvSpPr>
          <p:nvPr>
            <p:ph type="sldNum" sz="quarter" idx="31"/>
          </p:nvPr>
        </p:nvSpPr>
        <p:spPr/>
        <p:txBody>
          <a:bodyPr/>
          <a:lstStyle/>
          <a:p>
            <a:fld id="{7E3C215A-CA0B-463C-9D89-24248B22F3D6}" type="slidenum">
              <a:rPr lang="en-US" smtClean="0"/>
              <a:pPr/>
              <a:t>‹#›</a:t>
            </a:fld>
            <a:endParaRPr lang="en-US" dirty="0"/>
          </a:p>
        </p:txBody>
      </p:sp>
      <p:sp>
        <p:nvSpPr>
          <p:cNvPr id="5" name="Title 4"/>
          <p:cNvSpPr>
            <a:spLocks noGrp="1"/>
          </p:cNvSpPr>
          <p:nvPr>
            <p:ph type="title"/>
          </p:nvPr>
        </p:nvSpPr>
        <p:spPr/>
        <p:txBody>
          <a:bodyPr/>
          <a:lstStyle/>
          <a:p>
            <a:r>
              <a:rPr lang="en-US"/>
              <a:t>Click to edit Master title style</a:t>
            </a:r>
          </a:p>
        </p:txBody>
      </p:sp>
      <p:sp>
        <p:nvSpPr>
          <p:cNvPr id="2" name="_Content_Single_With_Title">
            <a:extLst>
              <a:ext uri="{FF2B5EF4-FFF2-40B4-BE49-F238E27FC236}">
                <a16:creationId xmlns:a16="http://schemas.microsoft.com/office/drawing/2014/main" id="{6CBB6F63-E899-5716-2A77-FFF9D54F4932}"/>
              </a:ext>
            </a:extLst>
          </p:cNvPr>
          <p:cNvSpPr>
            <a:spLocks noGrp="1"/>
          </p:cNvSpPr>
          <p:nvPr>
            <p:ph idx="1" hasCustomPrompt="1"/>
          </p:nvPr>
        </p:nvSpPr>
        <p:spPr>
          <a:xfrm>
            <a:off x="228600" y="1676400"/>
            <a:ext cx="4267200" cy="4572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6" name="_Content_Single_With_Title">
            <a:extLst>
              <a:ext uri="{FF2B5EF4-FFF2-40B4-BE49-F238E27FC236}">
                <a16:creationId xmlns:a16="http://schemas.microsoft.com/office/drawing/2014/main" id="{DA89E833-3BC6-46DE-BC67-2AB2CF3570F7}"/>
              </a:ext>
            </a:extLst>
          </p:cNvPr>
          <p:cNvSpPr>
            <a:spLocks noGrp="1"/>
          </p:cNvSpPr>
          <p:nvPr>
            <p:ph idx="32" hasCustomPrompt="1"/>
          </p:nvPr>
        </p:nvSpPr>
        <p:spPr>
          <a:xfrm>
            <a:off x="4648200" y="1676400"/>
            <a:ext cx="4267200" cy="4572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Right Tiles_2">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6D0F6BEC-3288-2541-9733-D08FAD22D909}"/>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342900" indent="-342900">
              <a:buNone/>
              <a:defRPr lang="en-US" sz="1200" b="0" baseline="0" dirty="0" smtClean="0">
                <a:solidFill>
                  <a:schemeClr val="tx1">
                    <a:lumMod val="65000"/>
                    <a:lumOff val="35000"/>
                  </a:schemeClr>
                </a:solidFill>
              </a:defRPr>
            </a:lvl1pPr>
          </a:lstStyle>
          <a:p>
            <a:pPr marL="0" lvl="0" indent="0">
              <a:spcBef>
                <a:spcPts val="0"/>
              </a:spcBef>
            </a:pPr>
            <a:r>
              <a:rPr lang="en-US"/>
              <a:t>Slide Message</a:t>
            </a:r>
          </a:p>
        </p:txBody>
      </p:sp>
      <p:sp>
        <p:nvSpPr>
          <p:cNvPr id="19" name="_Title_Half_Right"/>
          <p:cNvSpPr>
            <a:spLocks noGrp="1"/>
          </p:cNvSpPr>
          <p:nvPr>
            <p:ph type="body" sz="quarter" idx="22" hasCustomPrompt="1"/>
          </p:nvPr>
        </p:nvSpPr>
        <p:spPr>
          <a:xfrm>
            <a:off x="4648200" y="13716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7"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4" name="Slide Number Placeholder 3"/>
          <p:cNvSpPr>
            <a:spLocks noGrp="1"/>
          </p:cNvSpPr>
          <p:nvPr>
            <p:ph type="sldNum" sz="quarter" idx="31"/>
          </p:nvPr>
        </p:nvSpPr>
        <p:spPr/>
        <p:txBody>
          <a:bodyPr/>
          <a:lstStyle/>
          <a:p>
            <a:fld id="{7E3C215A-CA0B-463C-9D89-24248B22F3D6}" type="slidenum">
              <a:rPr lang="en-US" smtClean="0"/>
              <a:pPr/>
              <a:t>‹#›</a:t>
            </a:fld>
            <a:endParaRPr lang="en-US" dirty="0"/>
          </a:p>
        </p:txBody>
      </p:sp>
      <p:sp>
        <p:nvSpPr>
          <p:cNvPr id="5" name="Title 4"/>
          <p:cNvSpPr>
            <a:spLocks noGrp="1"/>
          </p:cNvSpPr>
          <p:nvPr>
            <p:ph type="title"/>
          </p:nvPr>
        </p:nvSpPr>
        <p:spPr/>
        <p:txBody>
          <a:bodyPr/>
          <a:lstStyle/>
          <a:p>
            <a:r>
              <a:rPr lang="en-US"/>
              <a:t>Click to edit Master title style</a:t>
            </a:r>
          </a:p>
        </p:txBody>
      </p:sp>
      <p:sp>
        <p:nvSpPr>
          <p:cNvPr id="6" name="_Content_Single_With_Title">
            <a:extLst>
              <a:ext uri="{FF2B5EF4-FFF2-40B4-BE49-F238E27FC236}">
                <a16:creationId xmlns:a16="http://schemas.microsoft.com/office/drawing/2014/main" id="{DA89E833-3BC6-46DE-BC67-2AB2CF3570F7}"/>
              </a:ext>
            </a:extLst>
          </p:cNvPr>
          <p:cNvSpPr>
            <a:spLocks noGrp="1"/>
          </p:cNvSpPr>
          <p:nvPr>
            <p:ph idx="32" hasCustomPrompt="1"/>
          </p:nvPr>
        </p:nvSpPr>
        <p:spPr>
          <a:xfrm>
            <a:off x="4648200" y="1676400"/>
            <a:ext cx="4267200" cy="4572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1" name="_Title_Half_Left">
            <a:extLst>
              <a:ext uri="{FF2B5EF4-FFF2-40B4-BE49-F238E27FC236}">
                <a16:creationId xmlns:a16="http://schemas.microsoft.com/office/drawing/2014/main" id="{6E2D3830-251E-290F-E8B7-562C58116C91}"/>
              </a:ext>
            </a:extLst>
          </p:cNvPr>
          <p:cNvSpPr>
            <a:spLocks noGrp="1"/>
          </p:cNvSpPr>
          <p:nvPr>
            <p:ph type="body" sz="quarter" idx="33" hasCustomPrompt="1"/>
          </p:nvPr>
        </p:nvSpPr>
        <p:spPr>
          <a:xfrm>
            <a:off x="228600" y="13716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12" name="_Title_Half_Left">
            <a:extLst>
              <a:ext uri="{FF2B5EF4-FFF2-40B4-BE49-F238E27FC236}">
                <a16:creationId xmlns:a16="http://schemas.microsoft.com/office/drawing/2014/main" id="{1CFB25B2-904C-A299-3964-8F3BAC0EC491}"/>
              </a:ext>
            </a:extLst>
          </p:cNvPr>
          <p:cNvSpPr>
            <a:spLocks noGrp="1"/>
          </p:cNvSpPr>
          <p:nvPr>
            <p:ph type="body" sz="quarter" idx="34" hasCustomPrompt="1"/>
          </p:nvPr>
        </p:nvSpPr>
        <p:spPr>
          <a:xfrm>
            <a:off x="228600" y="384307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13" name="_Content_Single_With_Title">
            <a:extLst>
              <a:ext uri="{FF2B5EF4-FFF2-40B4-BE49-F238E27FC236}">
                <a16:creationId xmlns:a16="http://schemas.microsoft.com/office/drawing/2014/main" id="{49529D4E-9FF0-EC35-1945-E0F90BB5EEFD}"/>
              </a:ext>
            </a:extLst>
          </p:cNvPr>
          <p:cNvSpPr>
            <a:spLocks noGrp="1"/>
          </p:cNvSpPr>
          <p:nvPr>
            <p:ph idx="1" hasCustomPrompt="1"/>
          </p:nvPr>
        </p:nvSpPr>
        <p:spPr>
          <a:xfrm>
            <a:off x="228600" y="1667774"/>
            <a:ext cx="4267200" cy="210312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4" name="_Content_Single_With_Title">
            <a:extLst>
              <a:ext uri="{FF2B5EF4-FFF2-40B4-BE49-F238E27FC236}">
                <a16:creationId xmlns:a16="http://schemas.microsoft.com/office/drawing/2014/main" id="{880E29FA-A6C4-DDF6-B7CE-177A294E7DD3}"/>
              </a:ext>
            </a:extLst>
          </p:cNvPr>
          <p:cNvSpPr>
            <a:spLocks noGrp="1"/>
          </p:cNvSpPr>
          <p:nvPr>
            <p:ph idx="36" hasCustomPrompt="1"/>
          </p:nvPr>
        </p:nvSpPr>
        <p:spPr>
          <a:xfrm>
            <a:off x="228600" y="4146071"/>
            <a:ext cx="4267200" cy="210312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575092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Bottom Tiles">
    <p:spTree>
      <p:nvGrpSpPr>
        <p:cNvPr id="1" name=""/>
        <p:cNvGrpSpPr/>
        <p:nvPr/>
      </p:nvGrpSpPr>
      <p:grpSpPr>
        <a:xfrm>
          <a:off x="0" y="0"/>
          <a:ext cx="0" cy="0"/>
          <a:chOff x="0" y="0"/>
          <a:chExt cx="0" cy="0"/>
        </a:xfrm>
      </p:grpSpPr>
      <p:sp>
        <p:nvSpPr>
          <p:cNvPr id="9" name="Do not remove" hidden="1">
            <a:extLst>
              <a:ext uri="{FF2B5EF4-FFF2-40B4-BE49-F238E27FC236}">
                <a16:creationId xmlns:a16="http://schemas.microsoft.com/office/drawing/2014/main" id="{E5B59651-3576-4464-B9D9-C8FA0E3C6A2D}"/>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342900" indent="-342900">
              <a:buNone/>
              <a:defRPr lang="en-US" sz="1200" b="0" baseline="0" dirty="0" smtClean="0">
                <a:solidFill>
                  <a:schemeClr val="tx1">
                    <a:lumMod val="65000"/>
                    <a:lumOff val="35000"/>
                  </a:schemeClr>
                </a:solidFill>
              </a:defRPr>
            </a:lvl1pPr>
          </a:lstStyle>
          <a:p>
            <a:pPr marL="0" lvl="0" indent="0">
              <a:spcBef>
                <a:spcPts val="0"/>
              </a:spcBef>
            </a:pPr>
            <a:r>
              <a:rPr lang="en-US"/>
              <a:t>Slide Message</a:t>
            </a:r>
          </a:p>
        </p:txBody>
      </p:sp>
      <p:sp>
        <p:nvSpPr>
          <p:cNvPr id="19" name="_Title_Half_Top"/>
          <p:cNvSpPr>
            <a:spLocks noGrp="1"/>
          </p:cNvSpPr>
          <p:nvPr>
            <p:ph type="body" sz="quarter" idx="21" hasCustomPrompt="1"/>
          </p:nvPr>
        </p:nvSpPr>
        <p:spPr>
          <a:xfrm>
            <a:off x="228600" y="1371600"/>
            <a:ext cx="86868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0" name="_Title_Half_Bottom"/>
          <p:cNvSpPr>
            <a:spLocks noGrp="1"/>
          </p:cNvSpPr>
          <p:nvPr>
            <p:ph type="body" sz="quarter" idx="22" hasCustomPrompt="1"/>
          </p:nvPr>
        </p:nvSpPr>
        <p:spPr>
          <a:xfrm>
            <a:off x="228600" y="3830127"/>
            <a:ext cx="86868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9"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4" name="Slide Number Placeholder 3"/>
          <p:cNvSpPr>
            <a:spLocks noGrp="1"/>
          </p:cNvSpPr>
          <p:nvPr>
            <p:ph type="sldNum" sz="quarter" idx="31"/>
          </p:nvPr>
        </p:nvSpPr>
        <p:spPr/>
        <p:txBody>
          <a:bodyPr/>
          <a:lstStyle/>
          <a:p>
            <a:fld id="{7E3C215A-CA0B-463C-9D89-24248B22F3D6}" type="slidenum">
              <a:rPr lang="en-US" smtClean="0"/>
              <a:pPr/>
              <a:t>‹#›</a:t>
            </a:fld>
            <a:endParaRPr lang="en-US" dirty="0"/>
          </a:p>
        </p:txBody>
      </p:sp>
      <p:sp>
        <p:nvSpPr>
          <p:cNvPr id="5" name="Title 4"/>
          <p:cNvSpPr>
            <a:spLocks noGrp="1"/>
          </p:cNvSpPr>
          <p:nvPr>
            <p:ph type="title"/>
          </p:nvPr>
        </p:nvSpPr>
        <p:spPr/>
        <p:txBody>
          <a:bodyPr/>
          <a:lstStyle/>
          <a:p>
            <a:r>
              <a:rPr lang="en-US"/>
              <a:t>Click to edit Master title style</a:t>
            </a:r>
          </a:p>
        </p:txBody>
      </p:sp>
      <p:sp>
        <p:nvSpPr>
          <p:cNvPr id="2" name="_Content_Single_With_Title">
            <a:extLst>
              <a:ext uri="{FF2B5EF4-FFF2-40B4-BE49-F238E27FC236}">
                <a16:creationId xmlns:a16="http://schemas.microsoft.com/office/drawing/2014/main" id="{FB2DE87B-7F21-03EE-E85E-423CABBAC9BA}"/>
              </a:ext>
            </a:extLst>
          </p:cNvPr>
          <p:cNvSpPr>
            <a:spLocks noGrp="1"/>
          </p:cNvSpPr>
          <p:nvPr>
            <p:ph idx="32" hasCustomPrompt="1"/>
          </p:nvPr>
        </p:nvSpPr>
        <p:spPr>
          <a:xfrm>
            <a:off x="228600" y="4157930"/>
            <a:ext cx="8686800" cy="20574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6" name="_Content_Single_With_Title">
            <a:extLst>
              <a:ext uri="{FF2B5EF4-FFF2-40B4-BE49-F238E27FC236}">
                <a16:creationId xmlns:a16="http://schemas.microsoft.com/office/drawing/2014/main" id="{056882B7-D2FF-1929-87E3-2C2C835D9FC4}"/>
              </a:ext>
            </a:extLst>
          </p:cNvPr>
          <p:cNvSpPr>
            <a:spLocks noGrp="1"/>
          </p:cNvSpPr>
          <p:nvPr>
            <p:ph idx="33" hasCustomPrompt="1"/>
          </p:nvPr>
        </p:nvSpPr>
        <p:spPr>
          <a:xfrm>
            <a:off x="228600" y="1685026"/>
            <a:ext cx="8686800" cy="20574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Bottom Tiles_2">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C45601BB-4A84-2EDD-6519-8FF816E56E03}"/>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_Title_Half_Top"/>
          <p:cNvSpPr>
            <a:spLocks noGrp="1"/>
          </p:cNvSpPr>
          <p:nvPr>
            <p:ph type="body" sz="quarter" idx="21" hasCustomPrompt="1"/>
          </p:nvPr>
        </p:nvSpPr>
        <p:spPr>
          <a:xfrm>
            <a:off x="228600" y="838200"/>
            <a:ext cx="86868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0" name="_Title_Half_Bottom"/>
          <p:cNvSpPr>
            <a:spLocks noGrp="1"/>
          </p:cNvSpPr>
          <p:nvPr>
            <p:ph type="body" sz="quarter" idx="22" hasCustomPrompt="1"/>
          </p:nvPr>
        </p:nvSpPr>
        <p:spPr>
          <a:xfrm>
            <a:off x="228600" y="3558397"/>
            <a:ext cx="86868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9"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4" name="Slide Number Placeholder 3"/>
          <p:cNvSpPr>
            <a:spLocks noGrp="1"/>
          </p:cNvSpPr>
          <p:nvPr>
            <p:ph type="sldNum" sz="quarter" idx="31"/>
          </p:nvPr>
        </p:nvSpPr>
        <p:spPr/>
        <p:txBody>
          <a:bodyPr/>
          <a:lstStyle/>
          <a:p>
            <a:fld id="{7E3C215A-CA0B-463C-9D89-24248B22F3D6}" type="slidenum">
              <a:rPr lang="en-US" smtClean="0"/>
              <a:pPr/>
              <a:t>‹#›</a:t>
            </a:fld>
            <a:endParaRPr lang="en-US" dirty="0"/>
          </a:p>
        </p:txBody>
      </p:sp>
      <p:sp>
        <p:nvSpPr>
          <p:cNvPr id="5" name="Title 4"/>
          <p:cNvSpPr>
            <a:spLocks noGrp="1"/>
          </p:cNvSpPr>
          <p:nvPr>
            <p:ph type="title"/>
          </p:nvPr>
        </p:nvSpPr>
        <p:spPr/>
        <p:txBody>
          <a:bodyPr/>
          <a:lstStyle/>
          <a:p>
            <a:r>
              <a:rPr lang="en-US"/>
              <a:t>Click to edit Master title style</a:t>
            </a:r>
          </a:p>
        </p:txBody>
      </p:sp>
      <p:sp>
        <p:nvSpPr>
          <p:cNvPr id="2" name="_Content_Single_With_Title">
            <a:extLst>
              <a:ext uri="{FF2B5EF4-FFF2-40B4-BE49-F238E27FC236}">
                <a16:creationId xmlns:a16="http://schemas.microsoft.com/office/drawing/2014/main" id="{FB2DE87B-7F21-03EE-E85E-423CABBAC9BA}"/>
              </a:ext>
            </a:extLst>
          </p:cNvPr>
          <p:cNvSpPr>
            <a:spLocks noGrp="1"/>
          </p:cNvSpPr>
          <p:nvPr>
            <p:ph idx="32" hasCustomPrompt="1"/>
          </p:nvPr>
        </p:nvSpPr>
        <p:spPr>
          <a:xfrm>
            <a:off x="228600" y="3886200"/>
            <a:ext cx="8686800" cy="2286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6" name="_Content_Single_With_Title">
            <a:extLst>
              <a:ext uri="{FF2B5EF4-FFF2-40B4-BE49-F238E27FC236}">
                <a16:creationId xmlns:a16="http://schemas.microsoft.com/office/drawing/2014/main" id="{056882B7-D2FF-1929-87E3-2C2C835D9FC4}"/>
              </a:ext>
            </a:extLst>
          </p:cNvPr>
          <p:cNvSpPr>
            <a:spLocks noGrp="1"/>
          </p:cNvSpPr>
          <p:nvPr>
            <p:ph idx="33" hasCustomPrompt="1"/>
          </p:nvPr>
        </p:nvSpPr>
        <p:spPr>
          <a:xfrm>
            <a:off x="228600" y="1143000"/>
            <a:ext cx="8686800" cy="2286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073429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ft/Center/Right Tiles">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EF30A1B2-73B4-0BDD-B8DD-FDFB7D3E2AF3}"/>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342900" indent="-342900">
              <a:buNone/>
              <a:defRPr lang="en-US" sz="1200" b="0" baseline="0" dirty="0" smtClean="0">
                <a:solidFill>
                  <a:schemeClr val="tx1">
                    <a:lumMod val="65000"/>
                    <a:lumOff val="35000"/>
                  </a:schemeClr>
                </a:solidFill>
              </a:defRPr>
            </a:lvl1pPr>
          </a:lstStyle>
          <a:p>
            <a:pPr marL="0" lvl="0" indent="0">
              <a:spcBef>
                <a:spcPts val="0"/>
              </a:spcBef>
            </a:pPr>
            <a:r>
              <a:rPr lang="en-US"/>
              <a:t>Slide Message</a:t>
            </a:r>
          </a:p>
        </p:txBody>
      </p:sp>
      <p:sp>
        <p:nvSpPr>
          <p:cNvPr id="17" name="_Title_Third_Left"/>
          <p:cNvSpPr>
            <a:spLocks noGrp="1"/>
          </p:cNvSpPr>
          <p:nvPr>
            <p:ph type="body" sz="quarter" idx="23" hasCustomPrompt="1"/>
          </p:nvPr>
        </p:nvSpPr>
        <p:spPr>
          <a:xfrm>
            <a:off x="228599" y="1378788"/>
            <a:ext cx="2825496"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2" name="_Title_Third_Right"/>
          <p:cNvSpPr>
            <a:spLocks noGrp="1"/>
          </p:cNvSpPr>
          <p:nvPr>
            <p:ph type="body" sz="quarter" idx="24" hasCustomPrompt="1"/>
          </p:nvPr>
        </p:nvSpPr>
        <p:spPr>
          <a:xfrm>
            <a:off x="6089904" y="1378788"/>
            <a:ext cx="2825496"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5" name="_Title_Third_Center"/>
          <p:cNvSpPr>
            <a:spLocks noGrp="1"/>
          </p:cNvSpPr>
          <p:nvPr>
            <p:ph type="body" sz="quarter" idx="25" hasCustomPrompt="1"/>
          </p:nvPr>
        </p:nvSpPr>
        <p:spPr>
          <a:xfrm>
            <a:off x="3159251" y="1378788"/>
            <a:ext cx="2825496"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32"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4" name="Slide Number Placeholder 3"/>
          <p:cNvSpPr>
            <a:spLocks noGrp="1"/>
          </p:cNvSpPr>
          <p:nvPr>
            <p:ph type="sldNum" sz="quarter" idx="31"/>
          </p:nvPr>
        </p:nvSpPr>
        <p:spPr/>
        <p:txBody>
          <a:bodyPr/>
          <a:lstStyle/>
          <a:p>
            <a:fld id="{7E3C215A-CA0B-463C-9D89-24248B22F3D6}" type="slidenum">
              <a:rPr lang="en-US" smtClean="0"/>
              <a:pPr/>
              <a:t>‹#›</a:t>
            </a:fld>
            <a:endParaRPr lang="en-US" dirty="0"/>
          </a:p>
        </p:txBody>
      </p:sp>
      <p:sp>
        <p:nvSpPr>
          <p:cNvPr id="5" name="Title 4"/>
          <p:cNvSpPr>
            <a:spLocks noGrp="1"/>
          </p:cNvSpPr>
          <p:nvPr>
            <p:ph type="title"/>
          </p:nvPr>
        </p:nvSpPr>
        <p:spPr/>
        <p:txBody>
          <a:bodyPr/>
          <a:lstStyle/>
          <a:p>
            <a:r>
              <a:rPr lang="en-US"/>
              <a:t>Click to edit Master title style</a:t>
            </a:r>
          </a:p>
        </p:txBody>
      </p:sp>
      <p:sp>
        <p:nvSpPr>
          <p:cNvPr id="2" name="_Content_Single_With_Title">
            <a:extLst>
              <a:ext uri="{FF2B5EF4-FFF2-40B4-BE49-F238E27FC236}">
                <a16:creationId xmlns:a16="http://schemas.microsoft.com/office/drawing/2014/main" id="{8E95662A-5F16-5025-FAE5-507DA36CCC7F}"/>
              </a:ext>
            </a:extLst>
          </p:cNvPr>
          <p:cNvSpPr>
            <a:spLocks noGrp="1"/>
          </p:cNvSpPr>
          <p:nvPr>
            <p:ph idx="1" hasCustomPrompt="1"/>
          </p:nvPr>
        </p:nvSpPr>
        <p:spPr>
          <a:xfrm>
            <a:off x="228601" y="1676400"/>
            <a:ext cx="2825495" cy="4572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6" name="_Content_Single_With_Title">
            <a:extLst>
              <a:ext uri="{FF2B5EF4-FFF2-40B4-BE49-F238E27FC236}">
                <a16:creationId xmlns:a16="http://schemas.microsoft.com/office/drawing/2014/main" id="{AF163129-573B-1666-9BE3-D86B7D3118AE}"/>
              </a:ext>
            </a:extLst>
          </p:cNvPr>
          <p:cNvSpPr>
            <a:spLocks noGrp="1"/>
          </p:cNvSpPr>
          <p:nvPr>
            <p:ph idx="32" hasCustomPrompt="1"/>
          </p:nvPr>
        </p:nvSpPr>
        <p:spPr>
          <a:xfrm>
            <a:off x="3159253" y="1676400"/>
            <a:ext cx="2825495" cy="4572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7" name="_Content_Single_With_Title">
            <a:extLst>
              <a:ext uri="{FF2B5EF4-FFF2-40B4-BE49-F238E27FC236}">
                <a16:creationId xmlns:a16="http://schemas.microsoft.com/office/drawing/2014/main" id="{1E080FDC-F3D9-85D6-8897-0026A17BA40F}"/>
              </a:ext>
            </a:extLst>
          </p:cNvPr>
          <p:cNvSpPr>
            <a:spLocks noGrp="1"/>
          </p:cNvSpPr>
          <p:nvPr>
            <p:ph idx="33" hasCustomPrompt="1"/>
          </p:nvPr>
        </p:nvSpPr>
        <p:spPr>
          <a:xfrm>
            <a:off x="6089906" y="1676400"/>
            <a:ext cx="2825495" cy="4572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op/Middle/Bottom Tiles">
    <p:spTree>
      <p:nvGrpSpPr>
        <p:cNvPr id="1" name=""/>
        <p:cNvGrpSpPr/>
        <p:nvPr/>
      </p:nvGrpSpPr>
      <p:grpSpPr>
        <a:xfrm>
          <a:off x="0" y="0"/>
          <a:ext cx="0" cy="0"/>
          <a:chOff x="0" y="0"/>
          <a:chExt cx="0" cy="0"/>
        </a:xfrm>
      </p:grpSpPr>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342900" indent="-342900">
              <a:buNone/>
              <a:defRPr lang="en-US" sz="1200" b="0" baseline="0" dirty="0" smtClean="0">
                <a:solidFill>
                  <a:schemeClr val="tx1">
                    <a:lumMod val="65000"/>
                    <a:lumOff val="35000"/>
                  </a:schemeClr>
                </a:solidFill>
              </a:defRPr>
            </a:lvl1pPr>
          </a:lstStyle>
          <a:p>
            <a:pPr marL="0" lvl="0" indent="0">
              <a:spcBef>
                <a:spcPts val="0"/>
              </a:spcBef>
            </a:pPr>
            <a:r>
              <a:rPr lang="en-US"/>
              <a:t>Slide Message</a:t>
            </a:r>
          </a:p>
        </p:txBody>
      </p:sp>
      <p:sp>
        <p:nvSpPr>
          <p:cNvPr id="19" name="_Title_Third_Top"/>
          <p:cNvSpPr>
            <a:spLocks noGrp="1"/>
          </p:cNvSpPr>
          <p:nvPr>
            <p:ph type="body" sz="quarter" idx="21" hasCustomPrompt="1"/>
          </p:nvPr>
        </p:nvSpPr>
        <p:spPr>
          <a:xfrm>
            <a:off x="228600" y="1371600"/>
            <a:ext cx="86868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0" name="_Title_Third_Middle"/>
          <p:cNvSpPr>
            <a:spLocks noGrp="1"/>
          </p:cNvSpPr>
          <p:nvPr>
            <p:ph type="body" sz="quarter" idx="22" hasCustomPrompt="1"/>
          </p:nvPr>
        </p:nvSpPr>
        <p:spPr>
          <a:xfrm>
            <a:off x="228600" y="3009900"/>
            <a:ext cx="86868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2" name="_Title_Third_Bottom"/>
          <p:cNvSpPr>
            <a:spLocks noGrp="1"/>
          </p:cNvSpPr>
          <p:nvPr>
            <p:ph type="body" sz="quarter" idx="24" hasCustomPrompt="1"/>
          </p:nvPr>
        </p:nvSpPr>
        <p:spPr>
          <a:xfrm>
            <a:off x="228600" y="4648200"/>
            <a:ext cx="86868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31" name="Text Placeholder 6"/>
          <p:cNvSpPr>
            <a:spLocks noGrp="1"/>
          </p:cNvSpPr>
          <p:nvPr>
            <p:ph type="body" sz="quarter" idx="30" hasCustomPrompt="1"/>
            <p:custDataLst>
              <p:tags r:id="rId1"/>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4" name="Slide Number Placeholder 3"/>
          <p:cNvSpPr>
            <a:spLocks noGrp="1"/>
          </p:cNvSpPr>
          <p:nvPr>
            <p:ph type="sldNum" sz="quarter" idx="31"/>
          </p:nvPr>
        </p:nvSpPr>
        <p:spPr/>
        <p:txBody>
          <a:bodyPr/>
          <a:lstStyle/>
          <a:p>
            <a:fld id="{7E3C215A-CA0B-463C-9D89-24248B22F3D6}" type="slidenum">
              <a:rPr lang="en-US" smtClean="0"/>
              <a:pPr/>
              <a:t>‹#›</a:t>
            </a:fld>
            <a:endParaRPr lang="en-US" dirty="0"/>
          </a:p>
        </p:txBody>
      </p:sp>
      <p:sp>
        <p:nvSpPr>
          <p:cNvPr id="5" name="Title 4"/>
          <p:cNvSpPr>
            <a:spLocks noGrp="1"/>
          </p:cNvSpPr>
          <p:nvPr>
            <p:ph type="title"/>
          </p:nvPr>
        </p:nvSpPr>
        <p:spPr/>
        <p:txBody>
          <a:bodyPr/>
          <a:lstStyle/>
          <a:p>
            <a:r>
              <a:rPr lang="en-US"/>
              <a:t>Click to edit Master title style</a:t>
            </a:r>
          </a:p>
        </p:txBody>
      </p:sp>
      <p:sp>
        <p:nvSpPr>
          <p:cNvPr id="2" name="_Content_Single_With_Title">
            <a:extLst>
              <a:ext uri="{FF2B5EF4-FFF2-40B4-BE49-F238E27FC236}">
                <a16:creationId xmlns:a16="http://schemas.microsoft.com/office/drawing/2014/main" id="{C4B51816-876D-CE26-6491-37B8F884B485}"/>
              </a:ext>
            </a:extLst>
          </p:cNvPr>
          <p:cNvSpPr>
            <a:spLocks noGrp="1"/>
          </p:cNvSpPr>
          <p:nvPr>
            <p:ph idx="33" hasCustomPrompt="1"/>
          </p:nvPr>
        </p:nvSpPr>
        <p:spPr>
          <a:xfrm>
            <a:off x="228600" y="3312184"/>
            <a:ext cx="8686800" cy="1234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6" name="_Content_Single_With_Title">
            <a:extLst>
              <a:ext uri="{FF2B5EF4-FFF2-40B4-BE49-F238E27FC236}">
                <a16:creationId xmlns:a16="http://schemas.microsoft.com/office/drawing/2014/main" id="{66C67690-3548-B4F0-8AAD-9CB9CC3D3FCB}"/>
              </a:ext>
            </a:extLst>
          </p:cNvPr>
          <p:cNvSpPr>
            <a:spLocks noGrp="1"/>
          </p:cNvSpPr>
          <p:nvPr>
            <p:ph idx="34" hasCustomPrompt="1"/>
          </p:nvPr>
        </p:nvSpPr>
        <p:spPr>
          <a:xfrm>
            <a:off x="228600" y="1676400"/>
            <a:ext cx="8686800" cy="1234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7" name="_Content_Single_With_Title">
            <a:extLst>
              <a:ext uri="{FF2B5EF4-FFF2-40B4-BE49-F238E27FC236}">
                <a16:creationId xmlns:a16="http://schemas.microsoft.com/office/drawing/2014/main" id="{D8A8EE46-15E0-0B43-7F69-6BBCC521D21E}"/>
              </a:ext>
            </a:extLst>
          </p:cNvPr>
          <p:cNvSpPr>
            <a:spLocks noGrp="1"/>
          </p:cNvSpPr>
          <p:nvPr>
            <p:ph idx="35" hasCustomPrompt="1"/>
          </p:nvPr>
        </p:nvSpPr>
        <p:spPr>
          <a:xfrm>
            <a:off x="228600" y="4947967"/>
            <a:ext cx="8686800" cy="1234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adrant Tiles_1">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3CF7D7A8-B9E0-3248-5FCA-E45400971795}"/>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37160" indent="-137160" algn="l">
              <a:buFont typeface="Arial" panose="020B0604020202020204" pitchFamily="34" charset="0"/>
              <a:buChar char="•"/>
            </a:pPr>
            <a:endParaRPr lang="en-US" sz="1000" dirty="0">
              <a:solidFill>
                <a:schemeClr val="tx1"/>
              </a:solidFill>
            </a:endParaRPr>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342900" indent="-342900">
              <a:buNone/>
              <a:defRPr lang="en-US" sz="1200" b="0" baseline="0" dirty="0" smtClean="0">
                <a:solidFill>
                  <a:schemeClr val="tx1">
                    <a:lumMod val="65000"/>
                    <a:lumOff val="35000"/>
                  </a:schemeClr>
                </a:solidFill>
              </a:defRPr>
            </a:lvl1pPr>
          </a:lstStyle>
          <a:p>
            <a:pPr marL="0" lvl="0" indent="0">
              <a:spcBef>
                <a:spcPts val="0"/>
              </a:spcBef>
            </a:pPr>
            <a:r>
              <a:rPr lang="en-US"/>
              <a:t>Slide Message</a:t>
            </a:r>
          </a:p>
        </p:txBody>
      </p:sp>
      <p:sp>
        <p:nvSpPr>
          <p:cNvPr id="35"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4" name="Slide Number Placeholder 3"/>
          <p:cNvSpPr>
            <a:spLocks noGrp="1"/>
          </p:cNvSpPr>
          <p:nvPr>
            <p:ph type="sldNum" sz="quarter" idx="31"/>
          </p:nvPr>
        </p:nvSpPr>
        <p:spPr/>
        <p:txBody>
          <a:bodyPr/>
          <a:lstStyle/>
          <a:p>
            <a:fld id="{7E3C215A-CA0B-463C-9D89-24248B22F3D6}" type="slidenum">
              <a:rPr lang="en-US" smtClean="0"/>
              <a:pPr/>
              <a:t>‹#›</a:t>
            </a:fld>
            <a:endParaRPr lang="en-US" dirty="0"/>
          </a:p>
        </p:txBody>
      </p:sp>
      <p:sp>
        <p:nvSpPr>
          <p:cNvPr id="5" name="Title 4"/>
          <p:cNvSpPr>
            <a:spLocks noGrp="1"/>
          </p:cNvSpPr>
          <p:nvPr>
            <p:ph type="title"/>
          </p:nvPr>
        </p:nvSpPr>
        <p:spPr/>
        <p:txBody>
          <a:bodyPr/>
          <a:lstStyle/>
          <a:p>
            <a:r>
              <a:rPr lang="en-US"/>
              <a:t>Click to edit Master title style</a:t>
            </a:r>
          </a:p>
        </p:txBody>
      </p:sp>
      <p:sp>
        <p:nvSpPr>
          <p:cNvPr id="2" name="_Title_Half_Left">
            <a:extLst>
              <a:ext uri="{FF2B5EF4-FFF2-40B4-BE49-F238E27FC236}">
                <a16:creationId xmlns:a16="http://schemas.microsoft.com/office/drawing/2014/main" id="{61D217A3-4120-AADE-BBC0-410C34686C7A}"/>
              </a:ext>
            </a:extLst>
          </p:cNvPr>
          <p:cNvSpPr>
            <a:spLocks noGrp="1"/>
          </p:cNvSpPr>
          <p:nvPr>
            <p:ph type="body" sz="quarter" idx="32" hasCustomPrompt="1"/>
          </p:nvPr>
        </p:nvSpPr>
        <p:spPr>
          <a:xfrm>
            <a:off x="228600" y="13716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6" name="_Title_Half_Right">
            <a:extLst>
              <a:ext uri="{FF2B5EF4-FFF2-40B4-BE49-F238E27FC236}">
                <a16:creationId xmlns:a16="http://schemas.microsoft.com/office/drawing/2014/main" id="{55BBF72A-D8B2-E90F-0366-61EF38C1EF90}"/>
              </a:ext>
            </a:extLst>
          </p:cNvPr>
          <p:cNvSpPr>
            <a:spLocks noGrp="1"/>
          </p:cNvSpPr>
          <p:nvPr>
            <p:ph type="body" sz="quarter" idx="33" hasCustomPrompt="1"/>
          </p:nvPr>
        </p:nvSpPr>
        <p:spPr>
          <a:xfrm>
            <a:off x="4648200" y="13716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7" name="_Title_Half_Left">
            <a:extLst>
              <a:ext uri="{FF2B5EF4-FFF2-40B4-BE49-F238E27FC236}">
                <a16:creationId xmlns:a16="http://schemas.microsoft.com/office/drawing/2014/main" id="{B1F79A15-319A-32D1-32D6-59824C720824}"/>
              </a:ext>
            </a:extLst>
          </p:cNvPr>
          <p:cNvSpPr>
            <a:spLocks noGrp="1"/>
          </p:cNvSpPr>
          <p:nvPr>
            <p:ph type="body" sz="quarter" idx="34" hasCustomPrompt="1"/>
          </p:nvPr>
        </p:nvSpPr>
        <p:spPr>
          <a:xfrm>
            <a:off x="228600" y="384307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8" name="_Title_Half_Right">
            <a:extLst>
              <a:ext uri="{FF2B5EF4-FFF2-40B4-BE49-F238E27FC236}">
                <a16:creationId xmlns:a16="http://schemas.microsoft.com/office/drawing/2014/main" id="{538B2569-36CC-2972-8C68-50B1D46A9328}"/>
              </a:ext>
            </a:extLst>
          </p:cNvPr>
          <p:cNvSpPr>
            <a:spLocks noGrp="1"/>
          </p:cNvSpPr>
          <p:nvPr>
            <p:ph type="body" sz="quarter" idx="35" hasCustomPrompt="1"/>
          </p:nvPr>
        </p:nvSpPr>
        <p:spPr>
          <a:xfrm>
            <a:off x="4648200" y="384307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9" name="_Content_Single_With_Title">
            <a:extLst>
              <a:ext uri="{FF2B5EF4-FFF2-40B4-BE49-F238E27FC236}">
                <a16:creationId xmlns:a16="http://schemas.microsoft.com/office/drawing/2014/main" id="{6AE1E98E-AF9B-866D-3A08-3AA952642921}"/>
              </a:ext>
            </a:extLst>
          </p:cNvPr>
          <p:cNvSpPr>
            <a:spLocks noGrp="1"/>
          </p:cNvSpPr>
          <p:nvPr>
            <p:ph idx="1" hasCustomPrompt="1"/>
          </p:nvPr>
        </p:nvSpPr>
        <p:spPr>
          <a:xfrm>
            <a:off x="228600" y="1667774"/>
            <a:ext cx="4267200" cy="210312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0" name="_Content_Single_With_Title">
            <a:extLst>
              <a:ext uri="{FF2B5EF4-FFF2-40B4-BE49-F238E27FC236}">
                <a16:creationId xmlns:a16="http://schemas.microsoft.com/office/drawing/2014/main" id="{D3F533C4-3A62-822B-9A13-68D98A07F598}"/>
              </a:ext>
            </a:extLst>
          </p:cNvPr>
          <p:cNvSpPr>
            <a:spLocks noGrp="1"/>
          </p:cNvSpPr>
          <p:nvPr>
            <p:ph idx="36" hasCustomPrompt="1"/>
          </p:nvPr>
        </p:nvSpPr>
        <p:spPr>
          <a:xfrm>
            <a:off x="228600" y="4146071"/>
            <a:ext cx="4267200" cy="210312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1" name="_Content_Single_With_Title">
            <a:extLst>
              <a:ext uri="{FF2B5EF4-FFF2-40B4-BE49-F238E27FC236}">
                <a16:creationId xmlns:a16="http://schemas.microsoft.com/office/drawing/2014/main" id="{8B33D886-60B9-2722-AA85-D9636157CFBE}"/>
              </a:ext>
            </a:extLst>
          </p:cNvPr>
          <p:cNvSpPr>
            <a:spLocks noGrp="1"/>
          </p:cNvSpPr>
          <p:nvPr>
            <p:ph idx="37" hasCustomPrompt="1"/>
          </p:nvPr>
        </p:nvSpPr>
        <p:spPr>
          <a:xfrm>
            <a:off x="4648200" y="1667774"/>
            <a:ext cx="4267200" cy="210312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2" name="_Content_Single_With_Title">
            <a:extLst>
              <a:ext uri="{FF2B5EF4-FFF2-40B4-BE49-F238E27FC236}">
                <a16:creationId xmlns:a16="http://schemas.microsoft.com/office/drawing/2014/main" id="{E8036D07-1BDB-015C-F069-E0A0E3F94346}"/>
              </a:ext>
            </a:extLst>
          </p:cNvPr>
          <p:cNvSpPr>
            <a:spLocks noGrp="1"/>
          </p:cNvSpPr>
          <p:nvPr>
            <p:ph idx="38" hasCustomPrompt="1"/>
          </p:nvPr>
        </p:nvSpPr>
        <p:spPr>
          <a:xfrm>
            <a:off x="4648200" y="4146071"/>
            <a:ext cx="4267200" cy="210312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adrant Tiles_2">
    <p:spTree>
      <p:nvGrpSpPr>
        <p:cNvPr id="1" name=""/>
        <p:cNvGrpSpPr/>
        <p:nvPr/>
      </p:nvGrpSpPr>
      <p:grpSpPr>
        <a:xfrm>
          <a:off x="0" y="0"/>
          <a:ext cx="0" cy="0"/>
          <a:chOff x="0" y="0"/>
          <a:chExt cx="0" cy="0"/>
        </a:xfrm>
      </p:grpSpPr>
      <p:sp>
        <p:nvSpPr>
          <p:cNvPr id="20" name="Do not remove" hidden="1">
            <a:extLst>
              <a:ext uri="{FF2B5EF4-FFF2-40B4-BE49-F238E27FC236}">
                <a16:creationId xmlns:a16="http://schemas.microsoft.com/office/drawing/2014/main" id="{D7627C5A-635B-7BDF-A338-C927B9081D8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37160" indent="-137160" algn="l">
              <a:buFont typeface="Arial" panose="020B0604020202020204" pitchFamily="34" charset="0"/>
              <a:buChar char="•"/>
            </a:pPr>
            <a:endParaRPr lang="en-US" sz="1000" dirty="0">
              <a:solidFill>
                <a:schemeClr val="tx1"/>
              </a:solidFill>
            </a:endParaRPr>
          </a:p>
        </p:txBody>
      </p:sp>
      <p:sp>
        <p:nvSpPr>
          <p:cNvPr id="35"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4" name="Slide Number Placeholder 3"/>
          <p:cNvSpPr>
            <a:spLocks noGrp="1"/>
          </p:cNvSpPr>
          <p:nvPr>
            <p:ph type="sldNum" sz="quarter" idx="31"/>
          </p:nvPr>
        </p:nvSpPr>
        <p:spPr/>
        <p:txBody>
          <a:bodyPr/>
          <a:lstStyle/>
          <a:p>
            <a:fld id="{7E3C215A-CA0B-463C-9D89-24248B22F3D6}" type="slidenum">
              <a:rPr lang="en-US" smtClean="0"/>
              <a:pPr/>
              <a:t>‹#›</a:t>
            </a:fld>
            <a:endParaRPr lang="en-US" dirty="0"/>
          </a:p>
        </p:txBody>
      </p:sp>
      <p:sp>
        <p:nvSpPr>
          <p:cNvPr id="5" name="Title 4"/>
          <p:cNvSpPr>
            <a:spLocks noGrp="1"/>
          </p:cNvSpPr>
          <p:nvPr>
            <p:ph type="title"/>
          </p:nvPr>
        </p:nvSpPr>
        <p:spPr/>
        <p:txBody>
          <a:bodyPr/>
          <a:lstStyle/>
          <a:p>
            <a:r>
              <a:rPr lang="en-US"/>
              <a:t>Click to edit Master title style</a:t>
            </a:r>
          </a:p>
        </p:txBody>
      </p:sp>
      <p:sp>
        <p:nvSpPr>
          <p:cNvPr id="2" name="_Title_Half_Left">
            <a:extLst>
              <a:ext uri="{FF2B5EF4-FFF2-40B4-BE49-F238E27FC236}">
                <a16:creationId xmlns:a16="http://schemas.microsoft.com/office/drawing/2014/main" id="{61D217A3-4120-AADE-BBC0-410C34686C7A}"/>
              </a:ext>
            </a:extLst>
          </p:cNvPr>
          <p:cNvSpPr>
            <a:spLocks noGrp="1"/>
          </p:cNvSpPr>
          <p:nvPr>
            <p:ph type="body" sz="quarter" idx="32" hasCustomPrompt="1"/>
          </p:nvPr>
        </p:nvSpPr>
        <p:spPr>
          <a:xfrm>
            <a:off x="228600" y="8382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6" name="_Title_Half_Right">
            <a:extLst>
              <a:ext uri="{FF2B5EF4-FFF2-40B4-BE49-F238E27FC236}">
                <a16:creationId xmlns:a16="http://schemas.microsoft.com/office/drawing/2014/main" id="{55BBF72A-D8B2-E90F-0366-61EF38C1EF90}"/>
              </a:ext>
            </a:extLst>
          </p:cNvPr>
          <p:cNvSpPr>
            <a:spLocks noGrp="1"/>
          </p:cNvSpPr>
          <p:nvPr>
            <p:ph type="body" sz="quarter" idx="33" hasCustomPrompt="1"/>
          </p:nvPr>
        </p:nvSpPr>
        <p:spPr>
          <a:xfrm>
            <a:off x="4648200" y="8382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7" name="_Title_Half_Left">
            <a:extLst>
              <a:ext uri="{FF2B5EF4-FFF2-40B4-BE49-F238E27FC236}">
                <a16:creationId xmlns:a16="http://schemas.microsoft.com/office/drawing/2014/main" id="{B1F79A15-319A-32D1-32D6-59824C720824}"/>
              </a:ext>
            </a:extLst>
          </p:cNvPr>
          <p:cNvSpPr>
            <a:spLocks noGrp="1"/>
          </p:cNvSpPr>
          <p:nvPr>
            <p:ph type="body" sz="quarter" idx="34" hasCustomPrompt="1"/>
          </p:nvPr>
        </p:nvSpPr>
        <p:spPr>
          <a:xfrm>
            <a:off x="228600" y="3590026"/>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8" name="_Title_Half_Right">
            <a:extLst>
              <a:ext uri="{FF2B5EF4-FFF2-40B4-BE49-F238E27FC236}">
                <a16:creationId xmlns:a16="http://schemas.microsoft.com/office/drawing/2014/main" id="{538B2569-36CC-2972-8C68-50B1D46A9328}"/>
              </a:ext>
            </a:extLst>
          </p:cNvPr>
          <p:cNvSpPr>
            <a:spLocks noGrp="1"/>
          </p:cNvSpPr>
          <p:nvPr>
            <p:ph type="body" sz="quarter" idx="35" hasCustomPrompt="1"/>
          </p:nvPr>
        </p:nvSpPr>
        <p:spPr>
          <a:xfrm>
            <a:off x="4648200" y="3590026"/>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9" name="_Content_Single_With_Title">
            <a:extLst>
              <a:ext uri="{FF2B5EF4-FFF2-40B4-BE49-F238E27FC236}">
                <a16:creationId xmlns:a16="http://schemas.microsoft.com/office/drawing/2014/main" id="{6AE1E98E-AF9B-866D-3A08-3AA952642921}"/>
              </a:ext>
            </a:extLst>
          </p:cNvPr>
          <p:cNvSpPr>
            <a:spLocks noGrp="1"/>
          </p:cNvSpPr>
          <p:nvPr>
            <p:ph idx="1" hasCustomPrompt="1"/>
          </p:nvPr>
        </p:nvSpPr>
        <p:spPr>
          <a:xfrm>
            <a:off x="228600" y="1143000"/>
            <a:ext cx="4267200" cy="2377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0" name="_Content_Single_With_Title">
            <a:extLst>
              <a:ext uri="{FF2B5EF4-FFF2-40B4-BE49-F238E27FC236}">
                <a16:creationId xmlns:a16="http://schemas.microsoft.com/office/drawing/2014/main" id="{D3F533C4-3A62-822B-9A13-68D98A07F598}"/>
              </a:ext>
            </a:extLst>
          </p:cNvPr>
          <p:cNvSpPr>
            <a:spLocks noGrp="1"/>
          </p:cNvSpPr>
          <p:nvPr>
            <p:ph idx="36" hasCustomPrompt="1"/>
          </p:nvPr>
        </p:nvSpPr>
        <p:spPr>
          <a:xfrm>
            <a:off x="228600" y="3884401"/>
            <a:ext cx="4267200" cy="2377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1" name="_Content_Single_With_Title">
            <a:extLst>
              <a:ext uri="{FF2B5EF4-FFF2-40B4-BE49-F238E27FC236}">
                <a16:creationId xmlns:a16="http://schemas.microsoft.com/office/drawing/2014/main" id="{8B33D886-60B9-2722-AA85-D9636157CFBE}"/>
              </a:ext>
            </a:extLst>
          </p:cNvPr>
          <p:cNvSpPr>
            <a:spLocks noGrp="1"/>
          </p:cNvSpPr>
          <p:nvPr>
            <p:ph idx="37" hasCustomPrompt="1"/>
          </p:nvPr>
        </p:nvSpPr>
        <p:spPr>
          <a:xfrm>
            <a:off x="4648200" y="1143000"/>
            <a:ext cx="4267200" cy="2377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2" name="_Content_Single_With_Title">
            <a:extLst>
              <a:ext uri="{FF2B5EF4-FFF2-40B4-BE49-F238E27FC236}">
                <a16:creationId xmlns:a16="http://schemas.microsoft.com/office/drawing/2014/main" id="{E8036D07-1BDB-015C-F069-E0A0E3F94346}"/>
              </a:ext>
            </a:extLst>
          </p:cNvPr>
          <p:cNvSpPr>
            <a:spLocks noGrp="1"/>
          </p:cNvSpPr>
          <p:nvPr>
            <p:ph idx="38" hasCustomPrompt="1"/>
          </p:nvPr>
        </p:nvSpPr>
        <p:spPr>
          <a:xfrm>
            <a:off x="4648200" y="3884401"/>
            <a:ext cx="4267200" cy="2377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7767570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adrant Tiles_3">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C8F14F76-BD9D-9AEA-3FD9-98A3AE9F76FE}"/>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37160" indent="-137160" algn="l">
              <a:buFont typeface="Arial" panose="020B0604020202020204" pitchFamily="34" charset="0"/>
              <a:buChar char="•"/>
            </a:pPr>
            <a:endParaRPr lang="en-US" sz="1000" dirty="0">
              <a:solidFill>
                <a:schemeClr val="tx1"/>
              </a:solidFill>
            </a:endParaRPr>
          </a:p>
        </p:txBody>
      </p:sp>
      <p:sp>
        <p:nvSpPr>
          <p:cNvPr id="35"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4" name="Slide Number Placeholder 3"/>
          <p:cNvSpPr>
            <a:spLocks noGrp="1"/>
          </p:cNvSpPr>
          <p:nvPr>
            <p:ph type="sldNum" sz="quarter" idx="31"/>
          </p:nvPr>
        </p:nvSpPr>
        <p:spPr/>
        <p:txBody>
          <a:bodyPr/>
          <a:lstStyle/>
          <a:p>
            <a:fld id="{7E3C215A-CA0B-463C-9D89-24248B22F3D6}" type="slidenum">
              <a:rPr lang="en-US" smtClean="0"/>
              <a:pPr/>
              <a:t>‹#›</a:t>
            </a:fld>
            <a:endParaRPr lang="en-US" dirty="0"/>
          </a:p>
        </p:txBody>
      </p:sp>
      <p:sp>
        <p:nvSpPr>
          <p:cNvPr id="5" name="Title 4"/>
          <p:cNvSpPr>
            <a:spLocks noGrp="1"/>
          </p:cNvSpPr>
          <p:nvPr>
            <p:ph type="title"/>
          </p:nvPr>
        </p:nvSpPr>
        <p:spPr/>
        <p:txBody>
          <a:bodyPr/>
          <a:lstStyle/>
          <a:p>
            <a:r>
              <a:rPr lang="en-US"/>
              <a:t>Click to edit Master title style</a:t>
            </a:r>
          </a:p>
        </p:txBody>
      </p:sp>
      <p:sp>
        <p:nvSpPr>
          <p:cNvPr id="9" name="_Content_Single_With_Title">
            <a:extLst>
              <a:ext uri="{FF2B5EF4-FFF2-40B4-BE49-F238E27FC236}">
                <a16:creationId xmlns:a16="http://schemas.microsoft.com/office/drawing/2014/main" id="{6AE1E98E-AF9B-866D-3A08-3AA952642921}"/>
              </a:ext>
            </a:extLst>
          </p:cNvPr>
          <p:cNvSpPr>
            <a:spLocks noGrp="1"/>
          </p:cNvSpPr>
          <p:nvPr>
            <p:ph idx="1" hasCustomPrompt="1"/>
          </p:nvPr>
        </p:nvSpPr>
        <p:spPr>
          <a:xfrm>
            <a:off x="228600" y="1143000"/>
            <a:ext cx="4267200" cy="2377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0" name="_Content_Single_With_Title">
            <a:extLst>
              <a:ext uri="{FF2B5EF4-FFF2-40B4-BE49-F238E27FC236}">
                <a16:creationId xmlns:a16="http://schemas.microsoft.com/office/drawing/2014/main" id="{D3F533C4-3A62-822B-9A13-68D98A07F598}"/>
              </a:ext>
            </a:extLst>
          </p:cNvPr>
          <p:cNvSpPr>
            <a:spLocks noGrp="1"/>
          </p:cNvSpPr>
          <p:nvPr>
            <p:ph idx="36" hasCustomPrompt="1"/>
          </p:nvPr>
        </p:nvSpPr>
        <p:spPr>
          <a:xfrm>
            <a:off x="228600" y="3884401"/>
            <a:ext cx="4267200" cy="2377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1" name="_Content_Single_With_Title">
            <a:extLst>
              <a:ext uri="{FF2B5EF4-FFF2-40B4-BE49-F238E27FC236}">
                <a16:creationId xmlns:a16="http://schemas.microsoft.com/office/drawing/2014/main" id="{8B33D886-60B9-2722-AA85-D9636157CFBE}"/>
              </a:ext>
            </a:extLst>
          </p:cNvPr>
          <p:cNvSpPr>
            <a:spLocks noGrp="1"/>
          </p:cNvSpPr>
          <p:nvPr>
            <p:ph idx="37" hasCustomPrompt="1"/>
          </p:nvPr>
        </p:nvSpPr>
        <p:spPr>
          <a:xfrm>
            <a:off x="4648200" y="1143000"/>
            <a:ext cx="4267200" cy="2377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2" name="_Content_Single_With_Title">
            <a:extLst>
              <a:ext uri="{FF2B5EF4-FFF2-40B4-BE49-F238E27FC236}">
                <a16:creationId xmlns:a16="http://schemas.microsoft.com/office/drawing/2014/main" id="{E8036D07-1BDB-015C-F069-E0A0E3F94346}"/>
              </a:ext>
            </a:extLst>
          </p:cNvPr>
          <p:cNvSpPr>
            <a:spLocks noGrp="1"/>
          </p:cNvSpPr>
          <p:nvPr>
            <p:ph idx="38" hasCustomPrompt="1"/>
          </p:nvPr>
        </p:nvSpPr>
        <p:spPr>
          <a:xfrm>
            <a:off x="4648200" y="3884401"/>
            <a:ext cx="4267200" cy="2377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cxnSp>
        <p:nvCxnSpPr>
          <p:cNvPr id="3" name="Straight Connector 2">
            <a:extLst>
              <a:ext uri="{FF2B5EF4-FFF2-40B4-BE49-F238E27FC236}">
                <a16:creationId xmlns:a16="http://schemas.microsoft.com/office/drawing/2014/main" id="{6D5ADAB0-6A84-7707-CD58-69A8177D62C5}"/>
              </a:ext>
            </a:extLst>
          </p:cNvPr>
          <p:cNvCxnSpPr>
            <a:cxnSpLocks/>
          </p:cNvCxnSpPr>
          <p:nvPr userDrawn="1"/>
        </p:nvCxnSpPr>
        <p:spPr>
          <a:xfrm>
            <a:off x="228600" y="1101304"/>
            <a:ext cx="42702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_Title_Single">
            <a:extLst>
              <a:ext uri="{FF2B5EF4-FFF2-40B4-BE49-F238E27FC236}">
                <a16:creationId xmlns:a16="http://schemas.microsoft.com/office/drawing/2014/main" id="{E0C3F93F-6796-D577-C789-0060C4019334}"/>
              </a:ext>
            </a:extLst>
          </p:cNvPr>
          <p:cNvSpPr>
            <a:spLocks noGrp="1"/>
          </p:cNvSpPr>
          <p:nvPr>
            <p:ph type="body" sz="quarter" idx="21" hasCustomPrompt="1"/>
          </p:nvPr>
        </p:nvSpPr>
        <p:spPr>
          <a:xfrm>
            <a:off x="231648" y="838200"/>
            <a:ext cx="4267200" cy="228600"/>
          </a:xfrm>
          <a:noFill/>
        </p:spPr>
        <p:txBody>
          <a:bodyPr anchor="ctr" anchorCtr="0">
            <a:noAutofit/>
          </a:bodyPr>
          <a:lstStyle>
            <a:lvl1pPr algn="ctr">
              <a:buNone/>
              <a:defRPr sz="1200" b="1" baseline="0">
                <a:solidFill>
                  <a:schemeClr val="tx1"/>
                </a:solidFill>
              </a:defRPr>
            </a:lvl1pPr>
          </a:lstStyle>
          <a:p>
            <a:pPr lvl="0"/>
            <a:r>
              <a:rPr lang="en-US"/>
              <a:t>[Title / Bar 1]</a:t>
            </a:r>
          </a:p>
        </p:txBody>
      </p:sp>
      <p:sp>
        <p:nvSpPr>
          <p:cNvPr id="15" name="_Title_Single">
            <a:extLst>
              <a:ext uri="{FF2B5EF4-FFF2-40B4-BE49-F238E27FC236}">
                <a16:creationId xmlns:a16="http://schemas.microsoft.com/office/drawing/2014/main" id="{887C5A21-5E69-8A19-7D16-1CBE64F23556}"/>
              </a:ext>
            </a:extLst>
          </p:cNvPr>
          <p:cNvSpPr>
            <a:spLocks noGrp="1"/>
          </p:cNvSpPr>
          <p:nvPr>
            <p:ph type="body" sz="quarter" idx="39" hasCustomPrompt="1"/>
          </p:nvPr>
        </p:nvSpPr>
        <p:spPr>
          <a:xfrm>
            <a:off x="4648200" y="3590026"/>
            <a:ext cx="4267200" cy="228600"/>
          </a:xfrm>
          <a:noFill/>
        </p:spPr>
        <p:txBody>
          <a:bodyPr anchor="ctr" anchorCtr="0">
            <a:noAutofit/>
          </a:bodyPr>
          <a:lstStyle>
            <a:lvl1pPr algn="ctr">
              <a:buNone/>
              <a:defRPr sz="1200" b="1" baseline="0">
                <a:solidFill>
                  <a:schemeClr val="tx1"/>
                </a:solidFill>
              </a:defRPr>
            </a:lvl1pPr>
          </a:lstStyle>
          <a:p>
            <a:pPr lvl="0"/>
            <a:r>
              <a:rPr lang="en-US"/>
              <a:t>[Title / Bar 4]</a:t>
            </a:r>
          </a:p>
        </p:txBody>
      </p:sp>
      <p:cxnSp>
        <p:nvCxnSpPr>
          <p:cNvPr id="16" name="Straight Connector 15">
            <a:extLst>
              <a:ext uri="{FF2B5EF4-FFF2-40B4-BE49-F238E27FC236}">
                <a16:creationId xmlns:a16="http://schemas.microsoft.com/office/drawing/2014/main" id="{94A873BB-B6E7-F474-ADD8-351113732826}"/>
              </a:ext>
            </a:extLst>
          </p:cNvPr>
          <p:cNvCxnSpPr>
            <a:cxnSpLocks/>
          </p:cNvCxnSpPr>
          <p:nvPr userDrawn="1"/>
        </p:nvCxnSpPr>
        <p:spPr>
          <a:xfrm>
            <a:off x="4645152" y="1101304"/>
            <a:ext cx="42702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_Title_Single">
            <a:extLst>
              <a:ext uri="{FF2B5EF4-FFF2-40B4-BE49-F238E27FC236}">
                <a16:creationId xmlns:a16="http://schemas.microsoft.com/office/drawing/2014/main" id="{4A61881D-CC7B-8EA0-1D79-7DEF984348E0}"/>
              </a:ext>
            </a:extLst>
          </p:cNvPr>
          <p:cNvSpPr>
            <a:spLocks noGrp="1"/>
          </p:cNvSpPr>
          <p:nvPr>
            <p:ph type="body" sz="quarter" idx="40" hasCustomPrompt="1"/>
          </p:nvPr>
        </p:nvSpPr>
        <p:spPr>
          <a:xfrm>
            <a:off x="4648200" y="838200"/>
            <a:ext cx="4267200" cy="228600"/>
          </a:xfrm>
          <a:noFill/>
        </p:spPr>
        <p:txBody>
          <a:bodyPr anchor="ctr" anchorCtr="0">
            <a:noAutofit/>
          </a:bodyPr>
          <a:lstStyle>
            <a:lvl1pPr algn="ctr">
              <a:buNone/>
              <a:defRPr sz="1200" b="1" baseline="0">
                <a:solidFill>
                  <a:schemeClr val="tx1"/>
                </a:solidFill>
              </a:defRPr>
            </a:lvl1pPr>
          </a:lstStyle>
          <a:p>
            <a:pPr lvl="0"/>
            <a:r>
              <a:rPr lang="en-US"/>
              <a:t>[Title / Bar 2]</a:t>
            </a:r>
          </a:p>
        </p:txBody>
      </p:sp>
      <p:cxnSp>
        <p:nvCxnSpPr>
          <p:cNvPr id="18" name="Straight Connector 17">
            <a:extLst>
              <a:ext uri="{FF2B5EF4-FFF2-40B4-BE49-F238E27FC236}">
                <a16:creationId xmlns:a16="http://schemas.microsoft.com/office/drawing/2014/main" id="{5B9685C3-A162-A319-8A6F-8168C186A100}"/>
              </a:ext>
            </a:extLst>
          </p:cNvPr>
          <p:cNvCxnSpPr>
            <a:cxnSpLocks/>
          </p:cNvCxnSpPr>
          <p:nvPr userDrawn="1"/>
        </p:nvCxnSpPr>
        <p:spPr>
          <a:xfrm>
            <a:off x="228600" y="3844504"/>
            <a:ext cx="42702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_Title_Single">
            <a:extLst>
              <a:ext uri="{FF2B5EF4-FFF2-40B4-BE49-F238E27FC236}">
                <a16:creationId xmlns:a16="http://schemas.microsoft.com/office/drawing/2014/main" id="{6138EE14-A62B-8826-D44F-00F6B3B66887}"/>
              </a:ext>
            </a:extLst>
          </p:cNvPr>
          <p:cNvSpPr>
            <a:spLocks noGrp="1"/>
          </p:cNvSpPr>
          <p:nvPr>
            <p:ph type="body" sz="quarter" idx="41" hasCustomPrompt="1"/>
          </p:nvPr>
        </p:nvSpPr>
        <p:spPr>
          <a:xfrm>
            <a:off x="231648" y="3590026"/>
            <a:ext cx="4267200" cy="228600"/>
          </a:xfrm>
          <a:noFill/>
        </p:spPr>
        <p:txBody>
          <a:bodyPr anchor="ctr" anchorCtr="0">
            <a:noAutofit/>
          </a:bodyPr>
          <a:lstStyle>
            <a:lvl1pPr algn="ctr">
              <a:buNone/>
              <a:defRPr sz="1200" b="1" baseline="0">
                <a:solidFill>
                  <a:schemeClr val="tx1"/>
                </a:solidFill>
              </a:defRPr>
            </a:lvl1pPr>
          </a:lstStyle>
          <a:p>
            <a:pPr lvl="0"/>
            <a:r>
              <a:rPr lang="en-US"/>
              <a:t>[Title / Bar 3]</a:t>
            </a:r>
          </a:p>
        </p:txBody>
      </p:sp>
      <p:cxnSp>
        <p:nvCxnSpPr>
          <p:cNvPr id="8" name="Straight Connector 7">
            <a:extLst>
              <a:ext uri="{FF2B5EF4-FFF2-40B4-BE49-F238E27FC236}">
                <a16:creationId xmlns:a16="http://schemas.microsoft.com/office/drawing/2014/main" id="{4D7EF9BE-FD57-E31D-8DA1-C911E4E3AFB4}"/>
              </a:ext>
            </a:extLst>
          </p:cNvPr>
          <p:cNvCxnSpPr>
            <a:cxnSpLocks/>
          </p:cNvCxnSpPr>
          <p:nvPr userDrawn="1"/>
        </p:nvCxnSpPr>
        <p:spPr>
          <a:xfrm>
            <a:off x="4645152" y="3844504"/>
            <a:ext cx="42702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0584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Pack Tiles">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A0D93268-7DBA-387F-A1FE-B34A50F5E907}"/>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342900" indent="-342900">
              <a:buNone/>
              <a:defRPr lang="en-US" sz="1200" b="0" baseline="0" dirty="0" smtClean="0">
                <a:solidFill>
                  <a:schemeClr val="tx1">
                    <a:lumMod val="65000"/>
                    <a:lumOff val="35000"/>
                  </a:schemeClr>
                </a:solidFill>
              </a:defRPr>
            </a:lvl1pPr>
          </a:lstStyle>
          <a:p>
            <a:pPr marL="0" lvl="0" indent="0">
              <a:spcBef>
                <a:spcPts val="0"/>
              </a:spcBef>
            </a:pPr>
            <a:r>
              <a:rPr lang="en-US"/>
              <a:t>Slide Message</a:t>
            </a:r>
          </a:p>
        </p:txBody>
      </p:sp>
      <p:sp>
        <p:nvSpPr>
          <p:cNvPr id="31"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4" name="Slide Number Placeholder 3"/>
          <p:cNvSpPr>
            <a:spLocks noGrp="1"/>
          </p:cNvSpPr>
          <p:nvPr>
            <p:ph type="sldNum" sz="quarter" idx="39"/>
          </p:nvPr>
        </p:nvSpPr>
        <p:spPr/>
        <p:txBody>
          <a:bodyPr/>
          <a:lstStyle/>
          <a:p>
            <a:fld id="{7E3C215A-CA0B-463C-9D89-24248B22F3D6}" type="slidenum">
              <a:rPr lang="en-US" smtClean="0"/>
              <a:pPr/>
              <a:t>‹#›</a:t>
            </a:fld>
            <a:endParaRPr lang="en-US" dirty="0"/>
          </a:p>
        </p:txBody>
      </p:sp>
      <p:sp>
        <p:nvSpPr>
          <p:cNvPr id="5" name="Title 4"/>
          <p:cNvSpPr>
            <a:spLocks noGrp="1"/>
          </p:cNvSpPr>
          <p:nvPr>
            <p:ph type="title"/>
          </p:nvPr>
        </p:nvSpPr>
        <p:spPr/>
        <p:txBody>
          <a:bodyPr/>
          <a:lstStyle/>
          <a:p>
            <a:r>
              <a:rPr lang="en-US"/>
              <a:t>Click to edit Master title style</a:t>
            </a:r>
          </a:p>
        </p:txBody>
      </p:sp>
      <p:sp>
        <p:nvSpPr>
          <p:cNvPr id="7" name="_Title_Half_Left">
            <a:extLst>
              <a:ext uri="{FF2B5EF4-FFF2-40B4-BE49-F238E27FC236}">
                <a16:creationId xmlns:a16="http://schemas.microsoft.com/office/drawing/2014/main" id="{A6FA6A8C-3D2A-E147-55A8-DD294A5CE54F}"/>
              </a:ext>
            </a:extLst>
          </p:cNvPr>
          <p:cNvSpPr>
            <a:spLocks noGrp="1"/>
          </p:cNvSpPr>
          <p:nvPr>
            <p:ph type="body" sz="quarter" idx="32" hasCustomPrompt="1"/>
          </p:nvPr>
        </p:nvSpPr>
        <p:spPr>
          <a:xfrm>
            <a:off x="228600" y="13716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8" name="_Title_Half_Right">
            <a:extLst>
              <a:ext uri="{FF2B5EF4-FFF2-40B4-BE49-F238E27FC236}">
                <a16:creationId xmlns:a16="http://schemas.microsoft.com/office/drawing/2014/main" id="{79F7615B-C325-F657-B0D7-7652ADBF8F2C}"/>
              </a:ext>
            </a:extLst>
          </p:cNvPr>
          <p:cNvSpPr>
            <a:spLocks noGrp="1"/>
          </p:cNvSpPr>
          <p:nvPr>
            <p:ph type="body" sz="quarter" idx="33" hasCustomPrompt="1"/>
          </p:nvPr>
        </p:nvSpPr>
        <p:spPr>
          <a:xfrm>
            <a:off x="4648200" y="13716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9" name="_Content_Single_With_Title">
            <a:extLst>
              <a:ext uri="{FF2B5EF4-FFF2-40B4-BE49-F238E27FC236}">
                <a16:creationId xmlns:a16="http://schemas.microsoft.com/office/drawing/2014/main" id="{4864E661-A697-5A5F-72F0-DD990EC03049}"/>
              </a:ext>
            </a:extLst>
          </p:cNvPr>
          <p:cNvSpPr>
            <a:spLocks noGrp="1"/>
          </p:cNvSpPr>
          <p:nvPr>
            <p:ph idx="1" hasCustomPrompt="1"/>
          </p:nvPr>
        </p:nvSpPr>
        <p:spPr>
          <a:xfrm>
            <a:off x="228600" y="1676399"/>
            <a:ext cx="4267200" cy="1234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0" name="_Content_Single_With_Title">
            <a:extLst>
              <a:ext uri="{FF2B5EF4-FFF2-40B4-BE49-F238E27FC236}">
                <a16:creationId xmlns:a16="http://schemas.microsoft.com/office/drawing/2014/main" id="{FC1D3039-F0A9-A3A3-21AB-7C4346E53D2A}"/>
              </a:ext>
            </a:extLst>
          </p:cNvPr>
          <p:cNvSpPr>
            <a:spLocks noGrp="1"/>
          </p:cNvSpPr>
          <p:nvPr>
            <p:ph idx="37" hasCustomPrompt="1"/>
          </p:nvPr>
        </p:nvSpPr>
        <p:spPr>
          <a:xfrm>
            <a:off x="4648200" y="1676399"/>
            <a:ext cx="4267200" cy="1234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1" name="_Title_Half_Left">
            <a:extLst>
              <a:ext uri="{FF2B5EF4-FFF2-40B4-BE49-F238E27FC236}">
                <a16:creationId xmlns:a16="http://schemas.microsoft.com/office/drawing/2014/main" id="{44AC503D-574D-1170-250D-A23895DD1082}"/>
              </a:ext>
            </a:extLst>
          </p:cNvPr>
          <p:cNvSpPr>
            <a:spLocks noGrp="1"/>
          </p:cNvSpPr>
          <p:nvPr>
            <p:ph type="body" sz="quarter" idx="40" hasCustomPrompt="1"/>
          </p:nvPr>
        </p:nvSpPr>
        <p:spPr>
          <a:xfrm>
            <a:off x="228600" y="29718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12" name="_Title_Half_Right">
            <a:extLst>
              <a:ext uri="{FF2B5EF4-FFF2-40B4-BE49-F238E27FC236}">
                <a16:creationId xmlns:a16="http://schemas.microsoft.com/office/drawing/2014/main" id="{EB26B255-2597-5EA5-71BA-0AB431EAB8A3}"/>
              </a:ext>
            </a:extLst>
          </p:cNvPr>
          <p:cNvSpPr>
            <a:spLocks noGrp="1"/>
          </p:cNvSpPr>
          <p:nvPr>
            <p:ph type="body" sz="quarter" idx="41" hasCustomPrompt="1"/>
          </p:nvPr>
        </p:nvSpPr>
        <p:spPr>
          <a:xfrm>
            <a:off x="4648200" y="29718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13" name="_Content_Single_With_Title">
            <a:extLst>
              <a:ext uri="{FF2B5EF4-FFF2-40B4-BE49-F238E27FC236}">
                <a16:creationId xmlns:a16="http://schemas.microsoft.com/office/drawing/2014/main" id="{F2865A61-0694-194D-38DB-01CEE6504B0B}"/>
              </a:ext>
            </a:extLst>
          </p:cNvPr>
          <p:cNvSpPr>
            <a:spLocks noGrp="1"/>
          </p:cNvSpPr>
          <p:nvPr>
            <p:ph idx="42" hasCustomPrompt="1"/>
          </p:nvPr>
        </p:nvSpPr>
        <p:spPr>
          <a:xfrm>
            <a:off x="228600" y="3276600"/>
            <a:ext cx="4267200" cy="1234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4" name="_Content_Single_With_Title">
            <a:extLst>
              <a:ext uri="{FF2B5EF4-FFF2-40B4-BE49-F238E27FC236}">
                <a16:creationId xmlns:a16="http://schemas.microsoft.com/office/drawing/2014/main" id="{8206D645-4F28-B1E7-DADD-46128EEBC3B5}"/>
              </a:ext>
            </a:extLst>
          </p:cNvPr>
          <p:cNvSpPr>
            <a:spLocks noGrp="1"/>
          </p:cNvSpPr>
          <p:nvPr>
            <p:ph idx="43" hasCustomPrompt="1"/>
          </p:nvPr>
        </p:nvSpPr>
        <p:spPr>
          <a:xfrm>
            <a:off x="4648200" y="3276600"/>
            <a:ext cx="4267200" cy="1234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5" name="_Title_Half_Left">
            <a:extLst>
              <a:ext uri="{FF2B5EF4-FFF2-40B4-BE49-F238E27FC236}">
                <a16:creationId xmlns:a16="http://schemas.microsoft.com/office/drawing/2014/main" id="{AB237FDB-1DC8-4CD9-DEB4-36B29A9AE228}"/>
              </a:ext>
            </a:extLst>
          </p:cNvPr>
          <p:cNvSpPr>
            <a:spLocks noGrp="1"/>
          </p:cNvSpPr>
          <p:nvPr>
            <p:ph type="body" sz="quarter" idx="44" hasCustomPrompt="1"/>
          </p:nvPr>
        </p:nvSpPr>
        <p:spPr>
          <a:xfrm>
            <a:off x="228600" y="45720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16" name="_Title_Half_Right">
            <a:extLst>
              <a:ext uri="{FF2B5EF4-FFF2-40B4-BE49-F238E27FC236}">
                <a16:creationId xmlns:a16="http://schemas.microsoft.com/office/drawing/2014/main" id="{6569B557-5A54-96F7-5F65-27BA1A8DAB76}"/>
              </a:ext>
            </a:extLst>
          </p:cNvPr>
          <p:cNvSpPr>
            <a:spLocks noGrp="1"/>
          </p:cNvSpPr>
          <p:nvPr>
            <p:ph type="body" sz="quarter" idx="45" hasCustomPrompt="1"/>
          </p:nvPr>
        </p:nvSpPr>
        <p:spPr>
          <a:xfrm>
            <a:off x="4648200" y="45720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6" name="_Content_Single_With_Title">
            <a:extLst>
              <a:ext uri="{FF2B5EF4-FFF2-40B4-BE49-F238E27FC236}">
                <a16:creationId xmlns:a16="http://schemas.microsoft.com/office/drawing/2014/main" id="{DA5D674B-414E-01F7-B2C4-E9C9B590A841}"/>
              </a:ext>
            </a:extLst>
          </p:cNvPr>
          <p:cNvSpPr>
            <a:spLocks noGrp="1"/>
          </p:cNvSpPr>
          <p:nvPr>
            <p:ph idx="46" hasCustomPrompt="1"/>
          </p:nvPr>
        </p:nvSpPr>
        <p:spPr>
          <a:xfrm>
            <a:off x="228600" y="4876800"/>
            <a:ext cx="4267200" cy="1234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29" name="_Content_Single_With_Title">
            <a:extLst>
              <a:ext uri="{FF2B5EF4-FFF2-40B4-BE49-F238E27FC236}">
                <a16:creationId xmlns:a16="http://schemas.microsoft.com/office/drawing/2014/main" id="{80C9714E-4BC4-0098-EFE5-A9EF564421E7}"/>
              </a:ext>
            </a:extLst>
          </p:cNvPr>
          <p:cNvSpPr>
            <a:spLocks noGrp="1"/>
          </p:cNvSpPr>
          <p:nvPr>
            <p:ph idx="47" hasCustomPrompt="1"/>
          </p:nvPr>
        </p:nvSpPr>
        <p:spPr>
          <a:xfrm>
            <a:off x="4648200" y="4876800"/>
            <a:ext cx="4267200" cy="1234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6707005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over_1">
    <p:bg>
      <p:bgPr>
        <a:solidFill>
          <a:schemeClr val="bg1"/>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3BC0872C-3E6D-1CE0-76E7-12B0B819F9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37160" indent="-137160" algn="l">
              <a:buFont typeface="Arial" panose="020B0604020202020204" pitchFamily="34" charset="0"/>
              <a:buChar char="•"/>
            </a:pPr>
            <a:endParaRPr lang="en-US" sz="1000" dirty="0">
              <a:solidFill>
                <a:schemeClr val="tx1"/>
              </a:solidFill>
            </a:endParaRPr>
          </a:p>
        </p:txBody>
      </p:sp>
      <p:sp>
        <p:nvSpPr>
          <p:cNvPr id="3" name="Rectangle 2">
            <a:extLst>
              <a:ext uri="{FF2B5EF4-FFF2-40B4-BE49-F238E27FC236}">
                <a16:creationId xmlns:a16="http://schemas.microsoft.com/office/drawing/2014/main" id="{0C4E9F04-435D-F237-45BA-2BD8226C848E}"/>
              </a:ext>
            </a:extLst>
          </p:cNvPr>
          <p:cNvSpPr/>
          <p:nvPr userDrawn="1"/>
        </p:nvSpPr>
        <p:spPr bwMode="auto">
          <a:xfrm>
            <a:off x="0" y="6172200"/>
            <a:ext cx="9144000" cy="685800"/>
          </a:xfrm>
          <a:prstGeom prst="rect">
            <a:avLst/>
          </a:prstGeom>
          <a:solidFill>
            <a:srgbClr val="000066"/>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sz="1600" dirty="0">
                <a:solidFill>
                  <a:schemeClr val="bg1"/>
                </a:solidFill>
                <a:latin typeface="+mn-lt"/>
                <a:cs typeface="Arial" charset="0"/>
              </a:rPr>
              <a:t>DalFort Capital Partners | 3963 Maple Ave. Suite 170 | Dallas, TX 75219 | (214) 396-8880</a:t>
            </a:r>
            <a:endParaRPr kumimoji="0" lang="en-US" sz="1600" b="0" i="0" u="none" strike="noStrike" cap="none" normalizeH="0" baseline="0" dirty="0">
              <a:ln>
                <a:noFill/>
              </a:ln>
              <a:solidFill>
                <a:schemeClr val="bg1"/>
              </a:solidFill>
              <a:effectLst/>
              <a:latin typeface="+mn-lt"/>
              <a:cs typeface="Arial" charset="0"/>
            </a:endParaRPr>
          </a:p>
        </p:txBody>
      </p:sp>
      <p:sp>
        <p:nvSpPr>
          <p:cNvPr id="7" name="Rectangle 6">
            <a:extLst>
              <a:ext uri="{FF2B5EF4-FFF2-40B4-BE49-F238E27FC236}">
                <a16:creationId xmlns:a16="http://schemas.microsoft.com/office/drawing/2014/main" id="{DABBA9C0-6665-F5A6-5DD5-858139D0CF6C}"/>
              </a:ext>
            </a:extLst>
          </p:cNvPr>
          <p:cNvSpPr/>
          <p:nvPr userDrawn="1"/>
        </p:nvSpPr>
        <p:spPr bwMode="auto">
          <a:xfrm>
            <a:off x="0" y="-426"/>
            <a:ext cx="9144000" cy="685800"/>
          </a:xfrm>
          <a:prstGeom prst="rect">
            <a:avLst/>
          </a:prstGeom>
          <a:solidFill>
            <a:srgbClr val="000066"/>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endParaRPr kumimoji="0" lang="en-US" sz="1600" b="0" i="0" u="none" strike="noStrike" cap="none" normalizeH="0" baseline="0" dirty="0">
              <a:ln>
                <a:noFill/>
              </a:ln>
              <a:solidFill>
                <a:schemeClr val="bg1"/>
              </a:solidFill>
              <a:effectLst/>
              <a:latin typeface="+mn-lt"/>
              <a:cs typeface="Arial" charset="0"/>
            </a:endParaRPr>
          </a:p>
        </p:txBody>
      </p:sp>
      <p:grpSp>
        <p:nvGrpSpPr>
          <p:cNvPr id="8" name="Group 7">
            <a:extLst>
              <a:ext uri="{FF2B5EF4-FFF2-40B4-BE49-F238E27FC236}">
                <a16:creationId xmlns:a16="http://schemas.microsoft.com/office/drawing/2014/main" id="{2D576FE0-E81B-733A-2ED9-06720895A361}"/>
              </a:ext>
            </a:extLst>
          </p:cNvPr>
          <p:cNvGrpSpPr/>
          <p:nvPr userDrawn="1"/>
        </p:nvGrpSpPr>
        <p:grpSpPr>
          <a:xfrm>
            <a:off x="0" y="1714500"/>
            <a:ext cx="9147982" cy="2781300"/>
            <a:chOff x="0" y="1485900"/>
            <a:chExt cx="9147982" cy="2781300"/>
          </a:xfrm>
        </p:grpSpPr>
        <p:pic>
          <p:nvPicPr>
            <p:cNvPr id="9" name="Picture 8">
              <a:extLst>
                <a:ext uri="{FF2B5EF4-FFF2-40B4-BE49-F238E27FC236}">
                  <a16:creationId xmlns:a16="http://schemas.microsoft.com/office/drawing/2014/main" id="{A7A1BA23-414C-F418-CC02-AF44BDB788A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141"/>
            <a:stretch/>
          </p:blipFill>
          <p:spPr>
            <a:xfrm>
              <a:off x="3060269" y="1622727"/>
              <a:ext cx="3026285" cy="1216152"/>
            </a:xfrm>
            <a:prstGeom prst="rect">
              <a:avLst/>
            </a:prstGeom>
          </p:spPr>
        </p:pic>
        <p:pic>
          <p:nvPicPr>
            <p:cNvPr id="10" name="Picture 9">
              <a:extLst>
                <a:ext uri="{FF2B5EF4-FFF2-40B4-BE49-F238E27FC236}">
                  <a16:creationId xmlns:a16="http://schemas.microsoft.com/office/drawing/2014/main" id="{6BE6808A-C503-C2CE-6C0E-274C6F9B5B8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77152" y="2928567"/>
              <a:ext cx="2991736" cy="1216152"/>
            </a:xfrm>
            <a:prstGeom prst="rect">
              <a:avLst/>
            </a:prstGeom>
          </p:spPr>
        </p:pic>
        <p:pic>
          <p:nvPicPr>
            <p:cNvPr id="11" name="Picture 10">
              <a:extLst>
                <a:ext uri="{FF2B5EF4-FFF2-40B4-BE49-F238E27FC236}">
                  <a16:creationId xmlns:a16="http://schemas.microsoft.com/office/drawing/2014/main" id="{8AED0FDA-10B6-7AFF-256A-FDE887C363E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56246" y="1628345"/>
              <a:ext cx="2991736" cy="1216152"/>
            </a:xfrm>
            <a:prstGeom prst="rect">
              <a:avLst/>
            </a:prstGeom>
          </p:spPr>
        </p:pic>
        <p:pic>
          <p:nvPicPr>
            <p:cNvPr id="12" name="Picture 11">
              <a:extLst>
                <a:ext uri="{FF2B5EF4-FFF2-40B4-BE49-F238E27FC236}">
                  <a16:creationId xmlns:a16="http://schemas.microsoft.com/office/drawing/2014/main" id="{8B37D341-19E4-2C9B-39D1-8E9363BC7FA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1641045"/>
              <a:ext cx="2991736" cy="1216152"/>
            </a:xfrm>
            <a:prstGeom prst="rect">
              <a:avLst/>
            </a:prstGeom>
          </p:spPr>
        </p:pic>
        <p:pic>
          <p:nvPicPr>
            <p:cNvPr id="13" name="Picture 12">
              <a:extLst>
                <a:ext uri="{FF2B5EF4-FFF2-40B4-BE49-F238E27FC236}">
                  <a16:creationId xmlns:a16="http://schemas.microsoft.com/office/drawing/2014/main" id="{22C4E424-3379-426D-A535-0F6E5D387C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0" y="2928567"/>
              <a:ext cx="2991736" cy="1216152"/>
            </a:xfrm>
            <a:prstGeom prst="rect">
              <a:avLst/>
            </a:prstGeom>
          </p:spPr>
        </p:pic>
        <p:pic>
          <p:nvPicPr>
            <p:cNvPr id="14" name="Picture 13">
              <a:extLst>
                <a:ext uri="{FF2B5EF4-FFF2-40B4-BE49-F238E27FC236}">
                  <a16:creationId xmlns:a16="http://schemas.microsoft.com/office/drawing/2014/main" id="{722D6151-F566-69F7-7188-C1E1D441F4E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156246" y="2928567"/>
              <a:ext cx="2991736" cy="1216152"/>
            </a:xfrm>
            <a:prstGeom prst="rect">
              <a:avLst/>
            </a:prstGeom>
          </p:spPr>
        </p:pic>
        <p:cxnSp>
          <p:nvCxnSpPr>
            <p:cNvPr id="15" name="Straight Connector 14">
              <a:extLst>
                <a:ext uri="{FF2B5EF4-FFF2-40B4-BE49-F238E27FC236}">
                  <a16:creationId xmlns:a16="http://schemas.microsoft.com/office/drawing/2014/main" id="{D2493D51-31D3-6D2C-5659-F230B21A4AA5}"/>
                </a:ext>
              </a:extLst>
            </p:cNvPr>
            <p:cNvCxnSpPr/>
            <p:nvPr/>
          </p:nvCxnSpPr>
          <p:spPr>
            <a:xfrm>
              <a:off x="0" y="1485900"/>
              <a:ext cx="9144000"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D3B3270-72CC-EB80-E049-EC50F406EE14}"/>
                </a:ext>
              </a:extLst>
            </p:cNvPr>
            <p:cNvCxnSpPr/>
            <p:nvPr/>
          </p:nvCxnSpPr>
          <p:spPr>
            <a:xfrm>
              <a:off x="0" y="4267200"/>
              <a:ext cx="9144000"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48BDF1D9-65E9-8D7C-A561-8A0297F50652}"/>
                </a:ext>
              </a:extLst>
            </p:cNvPr>
            <p:cNvSpPr/>
            <p:nvPr/>
          </p:nvSpPr>
          <p:spPr>
            <a:xfrm>
              <a:off x="2984069" y="1612699"/>
              <a:ext cx="76200" cy="254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8" name="Rectangle 17">
              <a:extLst>
                <a:ext uri="{FF2B5EF4-FFF2-40B4-BE49-F238E27FC236}">
                  <a16:creationId xmlns:a16="http://schemas.microsoft.com/office/drawing/2014/main" id="{5450CF98-11CA-ECCB-9D0D-3701A0B1F599}"/>
                </a:ext>
              </a:extLst>
            </p:cNvPr>
            <p:cNvSpPr/>
            <p:nvPr/>
          </p:nvSpPr>
          <p:spPr>
            <a:xfrm>
              <a:off x="6074467" y="1612699"/>
              <a:ext cx="76200" cy="254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9" name="Rectangle 18">
              <a:extLst>
                <a:ext uri="{FF2B5EF4-FFF2-40B4-BE49-F238E27FC236}">
                  <a16:creationId xmlns:a16="http://schemas.microsoft.com/office/drawing/2014/main" id="{12BF662D-911A-E0E9-A0D0-CF729A135B5D}"/>
                </a:ext>
              </a:extLst>
            </p:cNvPr>
            <p:cNvSpPr/>
            <p:nvPr/>
          </p:nvSpPr>
          <p:spPr>
            <a:xfrm rot="5400000">
              <a:off x="4535891" y="-1692231"/>
              <a:ext cx="76200" cy="914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grpSp>
      <p:pic>
        <p:nvPicPr>
          <p:cNvPr id="20" name="Picture 19">
            <a:extLst>
              <a:ext uri="{FF2B5EF4-FFF2-40B4-BE49-F238E27FC236}">
                <a16:creationId xmlns:a16="http://schemas.microsoft.com/office/drawing/2014/main" id="{1D5A265F-05D0-1000-090F-27CD33DBFAC7}"/>
              </a:ext>
            </a:extLst>
          </p:cNvPr>
          <p:cNvPicPr>
            <a:picLocks noChangeAspect="1"/>
          </p:cNvPicPr>
          <p:nvPr userDrawn="1"/>
        </p:nvPicPr>
        <p:blipFill>
          <a:blip r:embed="rId9"/>
          <a:stretch>
            <a:fillRect/>
          </a:stretch>
        </p:blipFill>
        <p:spPr>
          <a:xfrm>
            <a:off x="1524000" y="798775"/>
            <a:ext cx="5791200" cy="800042"/>
          </a:xfrm>
          <a:prstGeom prst="rect">
            <a:avLst/>
          </a:prstGeom>
        </p:spPr>
      </p:pic>
      <p:sp>
        <p:nvSpPr>
          <p:cNvPr id="24" name="Picture Placeholder 23">
            <a:extLst>
              <a:ext uri="{FF2B5EF4-FFF2-40B4-BE49-F238E27FC236}">
                <a16:creationId xmlns:a16="http://schemas.microsoft.com/office/drawing/2014/main" id="{15449318-4E21-39E5-8D6E-802111611538}"/>
              </a:ext>
            </a:extLst>
          </p:cNvPr>
          <p:cNvSpPr>
            <a:spLocks noGrp="1"/>
          </p:cNvSpPr>
          <p:nvPr>
            <p:ph type="pic" sz="quarter" idx="11" hasCustomPrompt="1"/>
          </p:nvPr>
        </p:nvSpPr>
        <p:spPr>
          <a:xfrm>
            <a:off x="3845225" y="5309556"/>
            <a:ext cx="1447800" cy="512866"/>
          </a:xfrm>
          <a:noFill/>
        </p:spPr>
        <p:txBody>
          <a:bodyPr vert="horz" lIns="91440" tIns="45720" rIns="91440" bIns="45720" rtlCol="0" anchor="t">
            <a:normAutofit/>
          </a:bodyPr>
          <a:lstStyle>
            <a:lvl1pPr marL="0" indent="0" algn="ctr">
              <a:buNone/>
              <a:defRPr lang="en-US" sz="1600" dirty="0">
                <a:solidFill>
                  <a:schemeClr val="bg1"/>
                </a:solidFill>
              </a:defRPr>
            </a:lvl1pPr>
          </a:lstStyle>
          <a:p>
            <a:pPr marL="233363" lvl="0" indent="-233363"/>
            <a:r>
              <a:rPr lang="en-US" dirty="0"/>
              <a:t>[]</a:t>
            </a:r>
          </a:p>
        </p:txBody>
      </p:sp>
      <p:sp>
        <p:nvSpPr>
          <p:cNvPr id="33" name="Text Placeholder 32">
            <a:extLst>
              <a:ext uri="{FF2B5EF4-FFF2-40B4-BE49-F238E27FC236}">
                <a16:creationId xmlns:a16="http://schemas.microsoft.com/office/drawing/2014/main" id="{E60BEEFB-4494-7891-A29F-2DF7B1DF1329}"/>
              </a:ext>
            </a:extLst>
          </p:cNvPr>
          <p:cNvSpPr>
            <a:spLocks noGrp="1"/>
          </p:cNvSpPr>
          <p:nvPr>
            <p:ph type="body" sz="quarter" idx="12" hasCustomPrompt="1"/>
          </p:nvPr>
        </p:nvSpPr>
        <p:spPr>
          <a:xfrm>
            <a:off x="-2875" y="4893784"/>
            <a:ext cx="9144000" cy="338138"/>
          </a:xfrm>
        </p:spPr>
        <p:txBody>
          <a:bodyPr>
            <a:normAutofit/>
          </a:bodyPr>
          <a:lstStyle>
            <a:lvl1pPr marL="0" indent="0" algn="ctr">
              <a:buNone/>
              <a:defRPr sz="1600" b="0"/>
            </a:lvl1pPr>
          </a:lstStyle>
          <a:p>
            <a:pPr lvl="0"/>
            <a:r>
              <a:rPr lang="en-US"/>
              <a:t>Click to Edit Sub-Title</a:t>
            </a:r>
          </a:p>
        </p:txBody>
      </p:sp>
      <p:sp>
        <p:nvSpPr>
          <p:cNvPr id="34" name="Text Placeholder 32">
            <a:extLst>
              <a:ext uri="{FF2B5EF4-FFF2-40B4-BE49-F238E27FC236}">
                <a16:creationId xmlns:a16="http://schemas.microsoft.com/office/drawing/2014/main" id="{0DD3B0E9-80B5-D680-B6ED-793F727D00FE}"/>
              </a:ext>
            </a:extLst>
          </p:cNvPr>
          <p:cNvSpPr>
            <a:spLocks noGrp="1"/>
          </p:cNvSpPr>
          <p:nvPr>
            <p:ph type="body" sz="quarter" idx="13" hasCustomPrompt="1"/>
          </p:nvPr>
        </p:nvSpPr>
        <p:spPr>
          <a:xfrm>
            <a:off x="-2875" y="4521410"/>
            <a:ext cx="9144000" cy="338138"/>
          </a:xfrm>
        </p:spPr>
        <p:txBody>
          <a:bodyPr>
            <a:normAutofit/>
          </a:bodyPr>
          <a:lstStyle>
            <a:lvl1pPr marL="0" indent="0" algn="ctr">
              <a:buNone/>
              <a:defRPr sz="1600" b="1"/>
            </a:lvl1pPr>
          </a:lstStyle>
          <a:p>
            <a:pPr lvl="0"/>
            <a:r>
              <a:rPr lang="en-US"/>
              <a:t>Click to Edit Title</a:t>
            </a:r>
          </a:p>
        </p:txBody>
      </p:sp>
      <p:sp>
        <p:nvSpPr>
          <p:cNvPr id="36" name="Text Placeholder 32">
            <a:extLst>
              <a:ext uri="{FF2B5EF4-FFF2-40B4-BE49-F238E27FC236}">
                <a16:creationId xmlns:a16="http://schemas.microsoft.com/office/drawing/2014/main" id="{403F022D-5BEC-917C-5262-286F4E739426}"/>
              </a:ext>
            </a:extLst>
          </p:cNvPr>
          <p:cNvSpPr>
            <a:spLocks noGrp="1"/>
          </p:cNvSpPr>
          <p:nvPr>
            <p:ph type="body" sz="quarter" idx="14" hasCustomPrompt="1"/>
          </p:nvPr>
        </p:nvSpPr>
        <p:spPr>
          <a:xfrm>
            <a:off x="3982" y="5885818"/>
            <a:ext cx="9144000" cy="274320"/>
          </a:xfrm>
        </p:spPr>
        <p:txBody>
          <a:bodyPr>
            <a:normAutofit/>
          </a:bodyPr>
          <a:lstStyle>
            <a:lvl1pPr marL="0" indent="0" algn="ctr">
              <a:buNone/>
              <a:defRPr sz="1200" b="0" i="0"/>
            </a:lvl1pPr>
          </a:lstStyle>
          <a:p>
            <a:pPr lvl="0"/>
            <a:r>
              <a:rPr lang="en-US"/>
              <a:t>Date</a:t>
            </a:r>
          </a:p>
        </p:txBody>
      </p:sp>
    </p:spTree>
    <p:extLst>
      <p:ext uri="{BB962C8B-B14F-4D97-AF65-F5344CB8AC3E}">
        <p14:creationId xmlns:p14="http://schemas.microsoft.com/office/powerpoint/2010/main" val="22987945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grpSp>
        <p:nvGrpSpPr>
          <p:cNvPr id="27" name="Agenda Level 3" hidden="1"/>
          <p:cNvGrpSpPr/>
          <p:nvPr userDrawn="1"/>
        </p:nvGrpSpPr>
        <p:grpSpPr>
          <a:xfrm>
            <a:off x="1356945" y="2895600"/>
            <a:ext cx="7329856" cy="369332"/>
            <a:chOff x="1356945" y="1998175"/>
            <a:chExt cx="7329856" cy="369332"/>
          </a:xfrm>
        </p:grpSpPr>
        <p:sp>
          <p:nvSpPr>
            <p:cNvPr id="32" name="DH Agenda 2 Topic"/>
            <p:cNvSpPr txBox="1"/>
            <p:nvPr userDrawn="1"/>
          </p:nvSpPr>
          <p:spPr>
            <a:xfrm>
              <a:off x="1356945" y="1998175"/>
              <a:ext cx="6796456" cy="369332"/>
            </a:xfrm>
            <a:prstGeom prst="rect">
              <a:avLst/>
            </a:prstGeom>
            <a:noFill/>
          </p:spPr>
          <p:txBody>
            <a:bodyPr wrap="square" tIns="0" bIns="0" rtlCol="0" anchor="ctr" anchorCtr="0">
              <a:noAutofit/>
            </a:bodyPr>
            <a:lstStyle/>
            <a:p>
              <a:pPr marL="346075" indent="-346075"/>
              <a:r>
                <a:rPr lang="en-US" sz="1800" dirty="0">
                  <a:solidFill>
                    <a:srgbClr val="595959"/>
                  </a:solidFill>
                </a:rPr>
                <a:t>[Topic]</a:t>
              </a:r>
            </a:p>
          </p:txBody>
        </p:sp>
        <p:sp>
          <p:nvSpPr>
            <p:cNvPr id="33" name="DH Agenda 2 Page"/>
            <p:cNvSpPr txBox="1"/>
            <p:nvPr userDrawn="1"/>
          </p:nvSpPr>
          <p:spPr>
            <a:xfrm>
              <a:off x="8153401" y="1998175"/>
              <a:ext cx="533400" cy="369332"/>
            </a:xfrm>
            <a:prstGeom prst="rect">
              <a:avLst/>
            </a:prstGeom>
            <a:noFill/>
          </p:spPr>
          <p:txBody>
            <a:bodyPr wrap="square" lIns="0" tIns="0" bIns="0" rtlCol="0" anchor="ctr" anchorCtr="0">
              <a:noAutofit/>
            </a:bodyPr>
            <a:lstStyle/>
            <a:p>
              <a:pPr algn="r"/>
              <a:r>
                <a:rPr lang="en-US" sz="1800" dirty="0">
                  <a:solidFill>
                    <a:srgbClr val="595959"/>
                  </a:solidFill>
                </a:rPr>
                <a:t>[P]</a:t>
              </a:r>
            </a:p>
          </p:txBody>
        </p:sp>
      </p:grpSp>
      <p:grpSp>
        <p:nvGrpSpPr>
          <p:cNvPr id="31" name="Agenda Level 2 Active" hidden="1"/>
          <p:cNvGrpSpPr/>
          <p:nvPr userDrawn="1"/>
        </p:nvGrpSpPr>
        <p:grpSpPr>
          <a:xfrm>
            <a:off x="905607" y="2443707"/>
            <a:ext cx="7781194" cy="369332"/>
            <a:chOff x="905607" y="2443707"/>
            <a:chExt cx="7781194" cy="369332"/>
          </a:xfrm>
        </p:grpSpPr>
        <p:sp>
          <p:nvSpPr>
            <p:cNvPr id="20" name="DH Agenda 2 Topic Active"/>
            <p:cNvSpPr txBox="1"/>
            <p:nvPr userDrawn="1"/>
          </p:nvSpPr>
          <p:spPr>
            <a:xfrm>
              <a:off x="1356945" y="2443707"/>
              <a:ext cx="6796456" cy="369332"/>
            </a:xfrm>
            <a:prstGeom prst="rect">
              <a:avLst/>
            </a:prstGeom>
            <a:solidFill>
              <a:srgbClr val="DCE6F2"/>
            </a:solidFill>
          </p:spPr>
          <p:txBody>
            <a:bodyPr wrap="square" lIns="91440" tIns="0" rIns="91440" bIns="0" rtlCol="0" anchor="ctr" anchorCtr="0">
              <a:noAutofit/>
            </a:bodyPr>
            <a:lstStyle/>
            <a:p>
              <a:pPr marL="346075" indent="-346075"/>
              <a:r>
                <a:rPr lang="en-US" sz="1800" b="1" dirty="0">
                  <a:solidFill>
                    <a:srgbClr val="595959"/>
                  </a:solidFill>
                </a:rPr>
                <a:t>[Topic]</a:t>
              </a:r>
            </a:p>
          </p:txBody>
        </p:sp>
        <p:sp>
          <p:nvSpPr>
            <p:cNvPr id="21" name="DH Agenda 2 Page Active"/>
            <p:cNvSpPr txBox="1"/>
            <p:nvPr userDrawn="1"/>
          </p:nvSpPr>
          <p:spPr>
            <a:xfrm>
              <a:off x="8153401" y="2443707"/>
              <a:ext cx="533400" cy="369332"/>
            </a:xfrm>
            <a:prstGeom prst="rect">
              <a:avLst/>
            </a:prstGeom>
            <a:solidFill>
              <a:srgbClr val="DCE6F2"/>
            </a:solidFill>
          </p:spPr>
          <p:txBody>
            <a:bodyPr wrap="square" lIns="0" tIns="0" bIns="0" rtlCol="0" anchor="ctr" anchorCtr="0">
              <a:noAutofit/>
            </a:bodyPr>
            <a:lstStyle/>
            <a:p>
              <a:pPr algn="r"/>
              <a:r>
                <a:rPr lang="en-US" sz="1800" b="1" dirty="0">
                  <a:solidFill>
                    <a:srgbClr val="595959"/>
                  </a:solidFill>
                </a:rPr>
                <a:t>[P]</a:t>
              </a:r>
            </a:p>
          </p:txBody>
        </p:sp>
        <p:sp>
          <p:nvSpPr>
            <p:cNvPr id="26" name="DH Agenda 2 Section Active"/>
            <p:cNvSpPr txBox="1"/>
            <p:nvPr userDrawn="1"/>
          </p:nvSpPr>
          <p:spPr>
            <a:xfrm>
              <a:off x="905607" y="2443707"/>
              <a:ext cx="381000" cy="369332"/>
            </a:xfrm>
            <a:prstGeom prst="rect">
              <a:avLst/>
            </a:prstGeom>
            <a:solidFill>
              <a:srgbClr val="376092"/>
            </a:solidFill>
          </p:spPr>
          <p:txBody>
            <a:bodyPr wrap="none" lIns="0" tIns="0" rIns="0" bIns="0" rtlCol="0" anchor="ctr" anchorCtr="0">
              <a:noAutofit/>
            </a:bodyPr>
            <a:lstStyle/>
            <a:p>
              <a:pPr algn="ctr"/>
              <a:r>
                <a:rPr lang="en-US" sz="1800" b="1" dirty="0">
                  <a:solidFill>
                    <a:schemeClr val="bg1"/>
                  </a:solidFill>
                </a:rPr>
                <a:t>[#]</a:t>
              </a:r>
            </a:p>
          </p:txBody>
        </p:sp>
      </p:grpSp>
      <p:grpSp>
        <p:nvGrpSpPr>
          <p:cNvPr id="30" name="Agenda Level 2" hidden="1"/>
          <p:cNvGrpSpPr/>
          <p:nvPr userDrawn="1"/>
        </p:nvGrpSpPr>
        <p:grpSpPr>
          <a:xfrm>
            <a:off x="905607" y="1998175"/>
            <a:ext cx="7781194" cy="369332"/>
            <a:chOff x="905607" y="1998175"/>
            <a:chExt cx="7781194" cy="369332"/>
          </a:xfrm>
        </p:grpSpPr>
        <p:sp>
          <p:nvSpPr>
            <p:cNvPr id="18" name="DH Agenda 2 Topic"/>
            <p:cNvSpPr txBox="1"/>
            <p:nvPr userDrawn="1"/>
          </p:nvSpPr>
          <p:spPr>
            <a:xfrm>
              <a:off x="1356945" y="1998175"/>
              <a:ext cx="6796456" cy="362971"/>
            </a:xfrm>
            <a:prstGeom prst="rect">
              <a:avLst/>
            </a:prstGeom>
            <a:noFill/>
          </p:spPr>
          <p:txBody>
            <a:bodyPr wrap="square" lIns="91440" tIns="0" rIns="91440" bIns="0" rtlCol="0" anchor="ctr" anchorCtr="0">
              <a:noAutofit/>
            </a:bodyPr>
            <a:lstStyle/>
            <a:p>
              <a:pPr marL="346075" indent="-346075"/>
              <a:r>
                <a:rPr lang="en-US" sz="1800" dirty="0">
                  <a:solidFill>
                    <a:srgbClr val="595959"/>
                  </a:solidFill>
                </a:rPr>
                <a:t>[Topic]</a:t>
              </a:r>
            </a:p>
          </p:txBody>
        </p:sp>
        <p:sp>
          <p:nvSpPr>
            <p:cNvPr id="19" name="DH Agenda 2 Page"/>
            <p:cNvSpPr txBox="1"/>
            <p:nvPr userDrawn="1"/>
          </p:nvSpPr>
          <p:spPr>
            <a:xfrm>
              <a:off x="8153401" y="1998175"/>
              <a:ext cx="533400" cy="369332"/>
            </a:xfrm>
            <a:prstGeom prst="rect">
              <a:avLst/>
            </a:prstGeom>
            <a:noFill/>
          </p:spPr>
          <p:txBody>
            <a:bodyPr wrap="square" lIns="0" tIns="0" bIns="0" rtlCol="0" anchor="ctr" anchorCtr="0">
              <a:noAutofit/>
            </a:bodyPr>
            <a:lstStyle/>
            <a:p>
              <a:pPr algn="r"/>
              <a:r>
                <a:rPr lang="en-US" sz="1800" dirty="0">
                  <a:solidFill>
                    <a:srgbClr val="595959"/>
                  </a:solidFill>
                </a:rPr>
                <a:t>[P]</a:t>
              </a:r>
            </a:p>
          </p:txBody>
        </p:sp>
        <p:sp>
          <p:nvSpPr>
            <p:cNvPr id="25" name="DH Agenda 2 Section"/>
            <p:cNvSpPr txBox="1"/>
            <p:nvPr userDrawn="1"/>
          </p:nvSpPr>
          <p:spPr>
            <a:xfrm>
              <a:off x="905607" y="1998175"/>
              <a:ext cx="381000" cy="369332"/>
            </a:xfrm>
            <a:prstGeom prst="rect">
              <a:avLst/>
            </a:prstGeom>
            <a:solidFill>
              <a:srgbClr val="376092"/>
            </a:solidFill>
          </p:spPr>
          <p:txBody>
            <a:bodyPr wrap="none" lIns="0" tIns="0" rIns="0" bIns="0" rtlCol="0" anchor="ctr" anchorCtr="0">
              <a:noAutofit/>
            </a:bodyPr>
            <a:lstStyle/>
            <a:p>
              <a:pPr algn="ctr"/>
              <a:r>
                <a:rPr lang="en-US" sz="1800" b="1" dirty="0">
                  <a:solidFill>
                    <a:schemeClr val="bg1"/>
                  </a:solidFill>
                </a:rPr>
                <a:t>[#]</a:t>
              </a:r>
            </a:p>
          </p:txBody>
        </p:sp>
      </p:grpSp>
      <p:grpSp>
        <p:nvGrpSpPr>
          <p:cNvPr id="29" name="Agenda Level 1 Active" hidden="1"/>
          <p:cNvGrpSpPr/>
          <p:nvPr userDrawn="1"/>
        </p:nvGrpSpPr>
        <p:grpSpPr>
          <a:xfrm>
            <a:off x="454269" y="1550182"/>
            <a:ext cx="8235462" cy="369332"/>
            <a:chOff x="454269" y="1550182"/>
            <a:chExt cx="8235462" cy="369332"/>
          </a:xfrm>
        </p:grpSpPr>
        <p:sp>
          <p:nvSpPr>
            <p:cNvPr id="12" name="DH Agenda 1 Topic Active"/>
            <p:cNvSpPr txBox="1"/>
            <p:nvPr userDrawn="1"/>
          </p:nvSpPr>
          <p:spPr>
            <a:xfrm>
              <a:off x="905607" y="1550182"/>
              <a:ext cx="7253655" cy="369332"/>
            </a:xfrm>
            <a:prstGeom prst="rect">
              <a:avLst/>
            </a:prstGeom>
            <a:solidFill>
              <a:srgbClr val="DCE6F2"/>
            </a:solidFill>
          </p:spPr>
          <p:txBody>
            <a:bodyPr wrap="square" lIns="91440" tIns="0" rIns="91440" bIns="0" rtlCol="0" anchor="ctr" anchorCtr="0">
              <a:noAutofit/>
            </a:bodyPr>
            <a:lstStyle/>
            <a:p>
              <a:r>
                <a:rPr lang="en-US" sz="1800" b="1" dirty="0">
                  <a:solidFill>
                    <a:srgbClr val="595959"/>
                  </a:solidFill>
                </a:rPr>
                <a:t>[Topic]</a:t>
              </a:r>
            </a:p>
          </p:txBody>
        </p:sp>
        <p:sp>
          <p:nvSpPr>
            <p:cNvPr id="13" name="DH Agenda 1 Page Active"/>
            <p:cNvSpPr txBox="1"/>
            <p:nvPr userDrawn="1"/>
          </p:nvSpPr>
          <p:spPr>
            <a:xfrm>
              <a:off x="8156331" y="1550182"/>
              <a:ext cx="533400" cy="369332"/>
            </a:xfrm>
            <a:prstGeom prst="rect">
              <a:avLst/>
            </a:prstGeom>
            <a:solidFill>
              <a:srgbClr val="DCE6F2"/>
            </a:solidFill>
          </p:spPr>
          <p:txBody>
            <a:bodyPr wrap="square" lIns="0" tIns="0" rIns="91440" bIns="0" rtlCol="0" anchor="ctr" anchorCtr="0">
              <a:noAutofit/>
            </a:bodyPr>
            <a:lstStyle/>
            <a:p>
              <a:pPr algn="r"/>
              <a:r>
                <a:rPr lang="en-US" sz="1800" b="1" dirty="0">
                  <a:solidFill>
                    <a:srgbClr val="595959"/>
                  </a:solidFill>
                </a:rPr>
                <a:t>[P]</a:t>
              </a:r>
            </a:p>
          </p:txBody>
        </p:sp>
        <p:sp>
          <p:nvSpPr>
            <p:cNvPr id="22" name="DH Agenda 1 Section Active"/>
            <p:cNvSpPr txBox="1"/>
            <p:nvPr userDrawn="1"/>
          </p:nvSpPr>
          <p:spPr>
            <a:xfrm>
              <a:off x="454269" y="1550182"/>
              <a:ext cx="381000" cy="369332"/>
            </a:xfrm>
            <a:prstGeom prst="rect">
              <a:avLst/>
            </a:prstGeom>
            <a:solidFill>
              <a:srgbClr val="376092"/>
            </a:solidFill>
          </p:spPr>
          <p:txBody>
            <a:bodyPr wrap="none" lIns="0" tIns="0" rIns="0" bIns="0" rtlCol="0" anchor="ctr" anchorCtr="0">
              <a:noAutofit/>
            </a:bodyPr>
            <a:lstStyle/>
            <a:p>
              <a:pPr algn="ctr"/>
              <a:r>
                <a:rPr lang="en-US" sz="1800" b="1" dirty="0">
                  <a:solidFill>
                    <a:schemeClr val="bg1"/>
                  </a:solidFill>
                </a:rPr>
                <a:t>[#]</a:t>
              </a:r>
            </a:p>
          </p:txBody>
        </p:sp>
      </p:grpSp>
      <p:grpSp>
        <p:nvGrpSpPr>
          <p:cNvPr id="28" name="Agenda Level 1" hidden="1"/>
          <p:cNvGrpSpPr/>
          <p:nvPr userDrawn="1"/>
        </p:nvGrpSpPr>
        <p:grpSpPr>
          <a:xfrm>
            <a:off x="451340" y="1107830"/>
            <a:ext cx="8241323" cy="369332"/>
            <a:chOff x="451339" y="1107830"/>
            <a:chExt cx="8241323" cy="369332"/>
          </a:xfrm>
        </p:grpSpPr>
        <p:sp>
          <p:nvSpPr>
            <p:cNvPr id="3" name="DH Agenda 1 Topic"/>
            <p:cNvSpPr txBox="1"/>
            <p:nvPr userDrawn="1"/>
          </p:nvSpPr>
          <p:spPr>
            <a:xfrm>
              <a:off x="908538" y="1107830"/>
              <a:ext cx="7250724" cy="369332"/>
            </a:xfrm>
            <a:prstGeom prst="rect">
              <a:avLst/>
            </a:prstGeom>
            <a:noFill/>
          </p:spPr>
          <p:txBody>
            <a:bodyPr wrap="square" lIns="91440" tIns="0" rIns="91440" bIns="0" rtlCol="0" anchor="ctr" anchorCtr="0">
              <a:noAutofit/>
            </a:bodyPr>
            <a:lstStyle/>
            <a:p>
              <a:r>
                <a:rPr lang="en-US" sz="1800" dirty="0">
                  <a:solidFill>
                    <a:srgbClr val="595959"/>
                  </a:solidFill>
                </a:rPr>
                <a:t>[Topic]</a:t>
              </a:r>
            </a:p>
          </p:txBody>
        </p:sp>
        <p:sp>
          <p:nvSpPr>
            <p:cNvPr id="11" name="DH Agenda 1 Page"/>
            <p:cNvSpPr txBox="1"/>
            <p:nvPr userDrawn="1"/>
          </p:nvSpPr>
          <p:spPr>
            <a:xfrm>
              <a:off x="8229600" y="1107830"/>
              <a:ext cx="463062" cy="369332"/>
            </a:xfrm>
            <a:prstGeom prst="rect">
              <a:avLst/>
            </a:prstGeom>
            <a:noFill/>
          </p:spPr>
          <p:txBody>
            <a:bodyPr wrap="none" lIns="0" tIns="0" rIns="91440" bIns="0" rtlCol="0" anchor="ctr" anchorCtr="0">
              <a:noAutofit/>
            </a:bodyPr>
            <a:lstStyle/>
            <a:p>
              <a:pPr algn="r"/>
              <a:r>
                <a:rPr lang="en-US" sz="1800" dirty="0">
                  <a:solidFill>
                    <a:srgbClr val="595959"/>
                  </a:solidFill>
                </a:rPr>
                <a:t>[P]</a:t>
              </a:r>
            </a:p>
          </p:txBody>
        </p:sp>
        <p:sp>
          <p:nvSpPr>
            <p:cNvPr id="23" name="DH Agenda 1 Section"/>
            <p:cNvSpPr txBox="1"/>
            <p:nvPr userDrawn="1"/>
          </p:nvSpPr>
          <p:spPr>
            <a:xfrm>
              <a:off x="451339" y="1107830"/>
              <a:ext cx="381000" cy="369332"/>
            </a:xfrm>
            <a:prstGeom prst="rect">
              <a:avLst/>
            </a:prstGeom>
            <a:solidFill>
              <a:srgbClr val="376092"/>
            </a:solidFill>
          </p:spPr>
          <p:txBody>
            <a:bodyPr wrap="none" lIns="0" tIns="0" rIns="0" bIns="0" rtlCol="0" anchor="ctr" anchorCtr="0">
              <a:noAutofit/>
            </a:bodyPr>
            <a:lstStyle/>
            <a:p>
              <a:pPr algn="ctr"/>
              <a:r>
                <a:rPr lang="en-US" sz="1800" b="1" dirty="0">
                  <a:solidFill>
                    <a:schemeClr val="bg1"/>
                  </a:solidFill>
                </a:rPr>
                <a:t>[#]</a:t>
              </a:r>
            </a:p>
          </p:txBody>
        </p:sp>
      </p:grpSp>
      <p:sp>
        <p:nvSpPr>
          <p:cNvPr id="34" name="Slide Number Placeholder 33"/>
          <p:cNvSpPr>
            <a:spLocks noGrp="1"/>
          </p:cNvSpPr>
          <p:nvPr>
            <p:ph type="sldNum" sz="quarter" idx="11"/>
          </p:nvPr>
        </p:nvSpPr>
        <p:spPr/>
        <p:txBody>
          <a:bodyPr/>
          <a:lstStyle/>
          <a:p>
            <a:fld id="{7E3C215A-CA0B-463C-9D89-24248B22F3D6}" type="slidenum">
              <a:rPr lang="en-US" smtClean="0"/>
              <a:pPr/>
              <a:t>‹#›</a:t>
            </a:fld>
            <a:endParaRPr lang="en-US" dirty="0"/>
          </a:p>
        </p:txBody>
      </p:sp>
      <p:sp>
        <p:nvSpPr>
          <p:cNvPr id="9" name="Text Placeholder 2">
            <a:extLst>
              <a:ext uri="{FF2B5EF4-FFF2-40B4-BE49-F238E27FC236}">
                <a16:creationId xmlns:a16="http://schemas.microsoft.com/office/drawing/2014/main" id="{B0A4D64A-C2E6-453E-D6F1-677466DEED5F}"/>
              </a:ext>
            </a:extLst>
          </p:cNvPr>
          <p:cNvSpPr>
            <a:spLocks noGrp="1"/>
          </p:cNvSpPr>
          <p:nvPr>
            <p:ph idx="1" hasCustomPrompt="1"/>
          </p:nvPr>
        </p:nvSpPr>
        <p:spPr>
          <a:xfrm>
            <a:off x="228600" y="824042"/>
            <a:ext cx="8686800" cy="5424358"/>
          </a:xfrm>
          <a:prstGeom prst="rect">
            <a:avLst/>
          </a:prstGeom>
        </p:spPr>
        <p:txBody>
          <a:bodyPr vert="horz" lIns="91440" tIns="45720" rIns="91440" bIns="45720" rtlCol="0">
            <a:normAutofit/>
          </a:bodyPr>
          <a:lstStyle>
            <a:lvl1pPr marL="914400" indent="-457200">
              <a:lnSpc>
                <a:spcPct val="200000"/>
              </a:lnSpc>
              <a:spcBef>
                <a:spcPts val="400"/>
              </a:spcBef>
              <a:spcAft>
                <a:spcPts val="400"/>
              </a:spcAft>
              <a:buFont typeface="+mj-lt"/>
              <a:buAutoNum type="romanUcPeriod"/>
              <a:defRPr sz="1600" b="1"/>
            </a:lvl1pPr>
          </a:lstStyle>
          <a:p>
            <a:pPr lvl="0"/>
            <a:r>
              <a:rPr lang="en-US"/>
              <a:t>[Section Title]</a:t>
            </a:r>
          </a:p>
        </p:txBody>
      </p:sp>
      <p:sp>
        <p:nvSpPr>
          <p:cNvPr id="4" name="Title 4">
            <a:extLst>
              <a:ext uri="{FF2B5EF4-FFF2-40B4-BE49-F238E27FC236}">
                <a16:creationId xmlns:a16="http://schemas.microsoft.com/office/drawing/2014/main" id="{C31FCC61-0327-DE0D-8CF8-B537FEFB05F5}"/>
              </a:ext>
            </a:extLst>
          </p:cNvPr>
          <p:cNvSpPr>
            <a:spLocks noGrp="1"/>
          </p:cNvSpPr>
          <p:nvPr>
            <p:ph type="title" hasCustomPrompt="1"/>
          </p:nvPr>
        </p:nvSpPr>
        <p:spPr>
          <a:xfrm>
            <a:off x="228600" y="119730"/>
            <a:ext cx="8686800" cy="557929"/>
          </a:xfrm>
        </p:spPr>
        <p:txBody>
          <a:bodyPr/>
          <a:lstStyle>
            <a:lvl1pPr>
              <a:defRPr/>
            </a:lvl1pPr>
          </a:lstStyle>
          <a:p>
            <a:r>
              <a:rPr lang="en-US"/>
              <a:t>Table of Contents</a:t>
            </a:r>
          </a:p>
        </p:txBody>
      </p:sp>
    </p:spTree>
    <p:extLst>
      <p:ext uri="{BB962C8B-B14F-4D97-AF65-F5344CB8AC3E}">
        <p14:creationId xmlns:p14="http://schemas.microsoft.com/office/powerpoint/2010/main" val="42665056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over_2">
    <p:spTree>
      <p:nvGrpSpPr>
        <p:cNvPr id="1" name=""/>
        <p:cNvGrpSpPr/>
        <p:nvPr/>
      </p:nvGrpSpPr>
      <p:grpSpPr>
        <a:xfrm>
          <a:off x="0" y="0"/>
          <a:ext cx="0" cy="0"/>
          <a:chOff x="0" y="0"/>
          <a:chExt cx="0" cy="0"/>
        </a:xfrm>
      </p:grpSpPr>
      <p:sp>
        <p:nvSpPr>
          <p:cNvPr id="3"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_Cover_Presenter_Info"/>
          <p:cNvSpPr>
            <a:spLocks noGrp="1"/>
          </p:cNvSpPr>
          <p:nvPr>
            <p:ph type="body" sz="quarter" idx="10" hasCustomPrompt="1"/>
          </p:nvPr>
        </p:nvSpPr>
        <p:spPr>
          <a:xfrm>
            <a:off x="455676" y="4495800"/>
            <a:ext cx="2743200" cy="1371600"/>
          </a:xfrm>
        </p:spPr>
        <p:txBody>
          <a:bodyPr lIns="0" rIns="0">
            <a:noAutofit/>
          </a:bodyPr>
          <a:lstStyle>
            <a:lvl1pPr>
              <a:buNone/>
              <a:defRPr sz="1000" baseline="0">
                <a:solidFill>
                  <a:schemeClr val="tx1">
                    <a:lumMod val="65000"/>
                    <a:lumOff val="35000"/>
                  </a:schemeClr>
                </a:solidFill>
              </a:defRPr>
            </a:lvl1pPr>
            <a:lvl2pPr>
              <a:buNone/>
              <a:defRPr sz="1000"/>
            </a:lvl2pPr>
            <a:lvl3pPr>
              <a:buNone/>
              <a:defRPr sz="1000"/>
            </a:lvl3pPr>
            <a:lvl4pPr>
              <a:buNone/>
              <a:defRPr sz="1000"/>
            </a:lvl4pPr>
            <a:lvl5pPr>
              <a:defRPr sz="1000"/>
            </a:lvl5pPr>
          </a:lstStyle>
          <a:p>
            <a:pPr lvl="0"/>
            <a:r>
              <a:rPr lang="en-US"/>
              <a:t>Presenter Name</a:t>
            </a:r>
          </a:p>
          <a:p>
            <a:pPr lvl="0"/>
            <a:r>
              <a:rPr lang="en-US"/>
              <a:t>Company Name</a:t>
            </a:r>
          </a:p>
          <a:p>
            <a:pPr lvl="0"/>
            <a:r>
              <a:rPr lang="en-US"/>
              <a:t>Department</a:t>
            </a:r>
          </a:p>
          <a:p>
            <a:pPr lvl="0"/>
            <a:r>
              <a:rPr lang="en-US"/>
              <a:t>(###) ###-####</a:t>
            </a:r>
          </a:p>
          <a:p>
            <a:pPr lvl="0"/>
            <a:r>
              <a:rPr lang="en-US"/>
              <a:t>first.last@company.com</a:t>
            </a:r>
          </a:p>
          <a:p>
            <a:pPr lvl="0"/>
            <a:r>
              <a:rPr lang="en-US"/>
              <a:t>www.website.com</a:t>
            </a:r>
          </a:p>
        </p:txBody>
      </p:sp>
      <p:sp>
        <p:nvSpPr>
          <p:cNvPr id="15" name="Text Placeholder 14"/>
          <p:cNvSpPr>
            <a:spLocks noGrp="1"/>
          </p:cNvSpPr>
          <p:nvPr>
            <p:ph type="body" sz="quarter" idx="14" hasCustomPrompt="1"/>
          </p:nvPr>
        </p:nvSpPr>
        <p:spPr>
          <a:xfrm>
            <a:off x="454153" y="3886200"/>
            <a:ext cx="2744723" cy="228600"/>
          </a:xfrm>
        </p:spPr>
        <p:txBody>
          <a:bodyPr lIns="0" tIns="0" rIns="0" bIns="0">
            <a:noAutofit/>
          </a:bodyPr>
          <a:lstStyle>
            <a:lvl1pPr>
              <a:buNone/>
              <a:defRPr sz="1400" baseline="0">
                <a:solidFill>
                  <a:schemeClr val="tx1">
                    <a:lumMod val="65000"/>
                    <a:lumOff val="35000"/>
                  </a:schemeClr>
                </a:solidFill>
              </a:defRPr>
            </a:lvl1pPr>
            <a:lvl2pPr>
              <a:defRPr sz="1400"/>
            </a:lvl2pPr>
            <a:lvl3pPr>
              <a:defRPr sz="1400"/>
            </a:lvl3pPr>
            <a:lvl4pPr>
              <a:defRPr sz="1400"/>
            </a:lvl4pPr>
            <a:lvl5pPr>
              <a:defRPr sz="1400"/>
            </a:lvl5pPr>
          </a:lstStyle>
          <a:p>
            <a:pPr lvl="0"/>
            <a:r>
              <a:rPr lang="en-US"/>
              <a:t>Date</a:t>
            </a:r>
          </a:p>
        </p:txBody>
      </p:sp>
      <p:sp>
        <p:nvSpPr>
          <p:cNvPr id="5" name="Text Placeholder 4"/>
          <p:cNvSpPr>
            <a:spLocks noGrp="1"/>
          </p:cNvSpPr>
          <p:nvPr>
            <p:ph type="body" sz="quarter" idx="30" hasCustomPrompt="1"/>
          </p:nvPr>
        </p:nvSpPr>
        <p:spPr>
          <a:xfrm>
            <a:off x="457200" y="3276600"/>
            <a:ext cx="8229600" cy="457200"/>
          </a:xfrm>
        </p:spPr>
        <p:txBody>
          <a:bodyPr lIns="91440" rIns="91440" anchor="ctr" anchorCtr="0">
            <a:normAutofit/>
          </a:bodyPr>
          <a:lstStyle>
            <a:lvl1pPr marL="0" indent="0">
              <a:buNone/>
              <a:defRPr sz="2400" baseline="0">
                <a:solidFill>
                  <a:srgbClr val="000066"/>
                </a:solidFill>
                <a:latin typeface="+mn-lt"/>
                <a:cs typeface="Arial" panose="020B0604020202020204" pitchFamily="34" charset="0"/>
              </a:defRPr>
            </a:lvl1pPr>
          </a:lstStyle>
          <a:p>
            <a:pPr lvl="0"/>
            <a:r>
              <a:rPr lang="en-US"/>
              <a:t>Presentation Subtitle</a:t>
            </a:r>
          </a:p>
        </p:txBody>
      </p:sp>
      <p:sp>
        <p:nvSpPr>
          <p:cNvPr id="2" name="Title 1"/>
          <p:cNvSpPr>
            <a:spLocks noGrp="1"/>
          </p:cNvSpPr>
          <p:nvPr>
            <p:ph type="title" hasCustomPrompt="1"/>
          </p:nvPr>
        </p:nvSpPr>
        <p:spPr>
          <a:xfrm>
            <a:off x="454152" y="2819400"/>
            <a:ext cx="8232648" cy="457200"/>
          </a:xfrm>
          <a:solidFill>
            <a:srgbClr val="000066"/>
          </a:solidFill>
        </p:spPr>
        <p:txBody>
          <a:bodyPr vert="horz" lIns="91440" tIns="45720" rIns="91440" bIns="45720" rtlCol="0" anchor="ctr" anchorCtr="0">
            <a:noAutofit/>
          </a:bodyPr>
          <a:lstStyle>
            <a:lvl1pPr>
              <a:defRPr lang="en-US" sz="3200" baseline="0" dirty="0">
                <a:solidFill>
                  <a:schemeClr val="bg1"/>
                </a:solidFill>
                <a:ea typeface="+mn-ea"/>
              </a:defRPr>
            </a:lvl1pPr>
          </a:lstStyle>
          <a:p>
            <a:pPr marL="0" lvl="0" indent="0">
              <a:spcBef>
                <a:spcPct val="20000"/>
              </a:spcBef>
              <a:buFont typeface="Arial" pitchFamily="34" charset="0"/>
            </a:pPr>
            <a:r>
              <a:rPr lang="en-US"/>
              <a:t>Presentation Title</a:t>
            </a:r>
          </a:p>
        </p:txBody>
      </p:sp>
      <p:pic>
        <p:nvPicPr>
          <p:cNvPr id="6" name="Picture 5">
            <a:extLst>
              <a:ext uri="{FF2B5EF4-FFF2-40B4-BE49-F238E27FC236}">
                <a16:creationId xmlns:a16="http://schemas.microsoft.com/office/drawing/2014/main" id="{15411A96-A400-8C3C-CE92-7C504C00F9D7}"/>
              </a:ext>
            </a:extLst>
          </p:cNvPr>
          <p:cNvPicPr>
            <a:picLocks noChangeAspect="1"/>
          </p:cNvPicPr>
          <p:nvPr userDrawn="1"/>
        </p:nvPicPr>
        <p:blipFill>
          <a:blip r:embed="rId3"/>
          <a:stretch>
            <a:fillRect/>
          </a:stretch>
        </p:blipFill>
        <p:spPr>
          <a:xfrm>
            <a:off x="454153" y="457202"/>
            <a:ext cx="2175507" cy="300541"/>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on Title Slide">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4" name="Text Placeholder 3"/>
          <p:cNvSpPr>
            <a:spLocks noGrp="1"/>
          </p:cNvSpPr>
          <p:nvPr>
            <p:ph type="body" sz="quarter" idx="33" hasCustomPrompt="1"/>
          </p:nvPr>
        </p:nvSpPr>
        <p:spPr>
          <a:xfrm>
            <a:off x="457200" y="3200402"/>
            <a:ext cx="8229600" cy="430129"/>
          </a:xfrm>
        </p:spPr>
        <p:txBody>
          <a:bodyPr anchor="ctr">
            <a:noAutofit/>
          </a:bodyPr>
          <a:lstStyle>
            <a:lvl1pPr marL="514350" indent="-514350">
              <a:buFont typeface="+mj-lt"/>
              <a:buAutoNum type="romanUcPeriod"/>
              <a:defRPr sz="2800" b="1">
                <a:solidFill>
                  <a:srgbClr val="000066"/>
                </a:solidFill>
                <a:latin typeface="+mn-lt"/>
                <a:cs typeface="Arial" panose="020B0604020202020204" pitchFamily="34" charset="0"/>
              </a:defRPr>
            </a:lvl1pPr>
            <a:lvl2pPr marL="515938" indent="-514350">
              <a:buFont typeface="+mj-lt"/>
              <a:buAutoNum type="arabicPeriod"/>
              <a:defRPr sz="2000">
                <a:solidFill>
                  <a:srgbClr val="000066"/>
                </a:solidFill>
                <a:latin typeface="+mn-lt"/>
                <a:cs typeface="Arial" panose="020B0604020202020204" pitchFamily="34" charset="0"/>
              </a:defRPr>
            </a:lvl2pPr>
          </a:lstStyle>
          <a:p>
            <a:pPr lvl="0"/>
            <a:r>
              <a:rPr lang="en-US"/>
              <a:t>Section topic</a:t>
            </a:r>
          </a:p>
        </p:txBody>
      </p:sp>
      <p:pic>
        <p:nvPicPr>
          <p:cNvPr id="5" name="Picture 4">
            <a:extLst>
              <a:ext uri="{FF2B5EF4-FFF2-40B4-BE49-F238E27FC236}">
                <a16:creationId xmlns:a16="http://schemas.microsoft.com/office/drawing/2014/main" id="{05DAA548-AAB8-ED4B-0640-F5DFE350447E}"/>
              </a:ext>
            </a:extLst>
          </p:cNvPr>
          <p:cNvPicPr>
            <a:picLocks noChangeAspect="1"/>
          </p:cNvPicPr>
          <p:nvPr userDrawn="1"/>
        </p:nvPicPr>
        <p:blipFill>
          <a:blip r:embed="rId3"/>
          <a:stretch>
            <a:fillRect/>
          </a:stretch>
        </p:blipFill>
        <p:spPr>
          <a:xfrm>
            <a:off x="457200" y="6152421"/>
            <a:ext cx="1797940" cy="248381"/>
          </a:xfrm>
          <a:prstGeom prst="rect">
            <a:avLst/>
          </a:prstGeom>
        </p:spPr>
      </p:pic>
    </p:spTree>
    <p:extLst>
      <p:ext uri="{BB962C8B-B14F-4D97-AF65-F5344CB8AC3E}">
        <p14:creationId xmlns:p14="http://schemas.microsoft.com/office/powerpoint/2010/main" val="36623274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on Title Slide_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5EF8D0-EAC5-95FE-E61F-E17D751AABB3}"/>
              </a:ext>
            </a:extLst>
          </p:cNvPr>
          <p:cNvSpPr/>
          <p:nvPr userDrawn="1"/>
        </p:nvSpPr>
        <p:spPr>
          <a:xfrm>
            <a:off x="0" y="2438400"/>
            <a:ext cx="9144000" cy="19812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7" name="Rectangle 6">
            <a:extLst>
              <a:ext uri="{FF2B5EF4-FFF2-40B4-BE49-F238E27FC236}">
                <a16:creationId xmlns:a16="http://schemas.microsoft.com/office/drawing/2014/main" id="{8F0D6426-DE9E-A336-D3AC-C5ED34BBA0F8}"/>
              </a:ext>
            </a:extLst>
          </p:cNvPr>
          <p:cNvSpPr/>
          <p:nvPr userDrawn="1"/>
        </p:nvSpPr>
        <p:spPr>
          <a:xfrm>
            <a:off x="0" y="2514600"/>
            <a:ext cx="9144000" cy="1828800"/>
          </a:xfrm>
          <a:prstGeom prst="rect">
            <a:avLst/>
          </a:prstGeom>
          <a:solidFill>
            <a:srgbClr val="0000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4" name="Text Placeholder 3"/>
          <p:cNvSpPr>
            <a:spLocks noGrp="1"/>
          </p:cNvSpPr>
          <p:nvPr>
            <p:ph type="body" sz="quarter" idx="33" hasCustomPrompt="1"/>
          </p:nvPr>
        </p:nvSpPr>
        <p:spPr>
          <a:xfrm>
            <a:off x="457200" y="3213936"/>
            <a:ext cx="8229600" cy="430129"/>
          </a:xfrm>
        </p:spPr>
        <p:txBody>
          <a:bodyPr anchor="ctr">
            <a:noAutofit/>
          </a:bodyPr>
          <a:lstStyle>
            <a:lvl1pPr marL="514350" indent="-514350">
              <a:buFont typeface="+mj-lt"/>
              <a:buAutoNum type="romanUcPeriod"/>
              <a:defRPr sz="2800" b="1">
                <a:solidFill>
                  <a:schemeClr val="bg1"/>
                </a:solidFill>
                <a:latin typeface="+mn-lt"/>
                <a:cs typeface="Arial" panose="020B0604020202020204" pitchFamily="34" charset="0"/>
              </a:defRPr>
            </a:lvl1pPr>
            <a:lvl2pPr marL="515938" indent="-514350">
              <a:buFont typeface="+mj-lt"/>
              <a:buAutoNum type="arabicPeriod"/>
              <a:defRPr sz="2000">
                <a:solidFill>
                  <a:srgbClr val="000066"/>
                </a:solidFill>
                <a:latin typeface="+mn-lt"/>
                <a:cs typeface="Arial" panose="020B0604020202020204" pitchFamily="34" charset="0"/>
              </a:defRPr>
            </a:lvl2pPr>
          </a:lstStyle>
          <a:p>
            <a:pPr lvl="0"/>
            <a:r>
              <a:rPr lang="en-US"/>
              <a:t>Section Topic</a:t>
            </a:r>
          </a:p>
        </p:txBody>
      </p:sp>
      <p:pic>
        <p:nvPicPr>
          <p:cNvPr id="5" name="Picture 4">
            <a:extLst>
              <a:ext uri="{FF2B5EF4-FFF2-40B4-BE49-F238E27FC236}">
                <a16:creationId xmlns:a16="http://schemas.microsoft.com/office/drawing/2014/main" id="{05DAA548-AAB8-ED4B-0640-F5DFE350447E}"/>
              </a:ext>
            </a:extLst>
          </p:cNvPr>
          <p:cNvPicPr>
            <a:picLocks noChangeAspect="1"/>
          </p:cNvPicPr>
          <p:nvPr userDrawn="1"/>
        </p:nvPicPr>
        <p:blipFill>
          <a:blip r:embed="rId3"/>
          <a:stretch>
            <a:fillRect/>
          </a:stretch>
        </p:blipFill>
        <p:spPr>
          <a:xfrm>
            <a:off x="457200" y="6152421"/>
            <a:ext cx="1797940" cy="248381"/>
          </a:xfrm>
          <a:prstGeom prst="rect">
            <a:avLst/>
          </a:prstGeom>
        </p:spPr>
      </p:pic>
    </p:spTree>
    <p:extLst>
      <p:ext uri="{BB962C8B-B14F-4D97-AF65-F5344CB8AC3E}">
        <p14:creationId xmlns:p14="http://schemas.microsoft.com/office/powerpoint/2010/main" val="36412200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on Title Slide_3">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4" name="Text Placeholder 3"/>
          <p:cNvSpPr>
            <a:spLocks noGrp="1"/>
          </p:cNvSpPr>
          <p:nvPr>
            <p:ph type="body" sz="quarter" idx="33" hasCustomPrompt="1"/>
          </p:nvPr>
        </p:nvSpPr>
        <p:spPr>
          <a:xfrm>
            <a:off x="457200" y="3200402"/>
            <a:ext cx="8229600" cy="430129"/>
          </a:xfrm>
        </p:spPr>
        <p:txBody>
          <a:bodyPr anchor="ctr">
            <a:noAutofit/>
          </a:bodyPr>
          <a:lstStyle>
            <a:lvl1pPr marL="514350" indent="-514350">
              <a:buFont typeface="+mj-lt"/>
              <a:buAutoNum type="romanUcPeriod"/>
              <a:defRPr sz="2800" b="1">
                <a:solidFill>
                  <a:srgbClr val="000066"/>
                </a:solidFill>
                <a:latin typeface="+mn-lt"/>
                <a:cs typeface="Arial" panose="020B0604020202020204" pitchFamily="34" charset="0"/>
              </a:defRPr>
            </a:lvl1pPr>
            <a:lvl2pPr marL="515938" indent="-514350">
              <a:buFont typeface="+mj-lt"/>
              <a:buAutoNum type="arabicPeriod"/>
              <a:defRPr sz="2000">
                <a:solidFill>
                  <a:srgbClr val="000066"/>
                </a:solidFill>
                <a:latin typeface="+mn-lt"/>
                <a:cs typeface="Arial" panose="020B0604020202020204" pitchFamily="34" charset="0"/>
              </a:defRPr>
            </a:lvl2pPr>
          </a:lstStyle>
          <a:p>
            <a:pPr lvl="0"/>
            <a:r>
              <a:rPr lang="en-US"/>
              <a:t>Section topic</a:t>
            </a:r>
          </a:p>
        </p:txBody>
      </p:sp>
      <p:pic>
        <p:nvPicPr>
          <p:cNvPr id="5" name="Picture 4">
            <a:extLst>
              <a:ext uri="{FF2B5EF4-FFF2-40B4-BE49-F238E27FC236}">
                <a16:creationId xmlns:a16="http://schemas.microsoft.com/office/drawing/2014/main" id="{05DAA548-AAB8-ED4B-0640-F5DFE350447E}"/>
              </a:ext>
            </a:extLst>
          </p:cNvPr>
          <p:cNvPicPr>
            <a:picLocks noChangeAspect="1"/>
          </p:cNvPicPr>
          <p:nvPr userDrawn="1"/>
        </p:nvPicPr>
        <p:blipFill>
          <a:blip r:embed="rId3"/>
          <a:stretch>
            <a:fillRect/>
          </a:stretch>
        </p:blipFill>
        <p:spPr>
          <a:xfrm>
            <a:off x="457200" y="6152421"/>
            <a:ext cx="1797940" cy="248381"/>
          </a:xfrm>
          <a:prstGeom prst="rect">
            <a:avLst/>
          </a:prstGeom>
        </p:spPr>
      </p:pic>
      <p:sp>
        <p:nvSpPr>
          <p:cNvPr id="6" name="Text Placeholder 3">
            <a:extLst>
              <a:ext uri="{FF2B5EF4-FFF2-40B4-BE49-F238E27FC236}">
                <a16:creationId xmlns:a16="http://schemas.microsoft.com/office/drawing/2014/main" id="{C5A3930A-2BA7-70A7-2181-8E0814535DB2}"/>
              </a:ext>
            </a:extLst>
          </p:cNvPr>
          <p:cNvSpPr>
            <a:spLocks noGrp="1"/>
          </p:cNvSpPr>
          <p:nvPr>
            <p:ph type="body" sz="quarter" idx="35" hasCustomPrompt="1"/>
          </p:nvPr>
        </p:nvSpPr>
        <p:spPr>
          <a:xfrm>
            <a:off x="457200" y="3674852"/>
            <a:ext cx="8229600" cy="323162"/>
          </a:xfrm>
        </p:spPr>
        <p:txBody>
          <a:bodyPr anchor="ctr">
            <a:noAutofit/>
          </a:bodyPr>
          <a:lstStyle>
            <a:lvl1pPr marL="514350" indent="-514350">
              <a:buFont typeface="+mj-lt"/>
              <a:buAutoNum type="arabicPeriod"/>
              <a:defRPr sz="2000" b="0">
                <a:solidFill>
                  <a:srgbClr val="000066"/>
                </a:solidFill>
                <a:latin typeface="+mn-lt"/>
                <a:cs typeface="Arial" panose="020B0604020202020204" pitchFamily="34" charset="0"/>
              </a:defRPr>
            </a:lvl1pPr>
            <a:lvl2pPr marL="515938" indent="-514350">
              <a:buFont typeface="+mj-lt"/>
              <a:buAutoNum type="arabicPeriod"/>
              <a:defRPr sz="2000">
                <a:solidFill>
                  <a:srgbClr val="000066"/>
                </a:solidFill>
                <a:latin typeface="+mn-lt"/>
                <a:cs typeface="Arial" panose="020B0604020202020204" pitchFamily="34" charset="0"/>
              </a:defRPr>
            </a:lvl2pPr>
          </a:lstStyle>
          <a:p>
            <a:pPr lvl="0"/>
            <a:r>
              <a:rPr lang="en-US"/>
              <a:t>Sub-Section topic</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alFort Color Scheme">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F2F5E126-9F22-9CF6-FE1F-72F5BBF4CAA1}"/>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3" name="TextBox 2" hidden="1"/>
          <p:cNvSpPr txBox="1"/>
          <p:nvPr userDrawn="1">
            <p:custDataLst>
              <p:tags r:id="rId3"/>
            </p:custDataLst>
          </p:nvPr>
        </p:nvSpPr>
        <p:spPr>
          <a:xfrm>
            <a:off x="5943600" y="990600"/>
            <a:ext cx="2743200" cy="152400"/>
          </a:xfrm>
          <a:prstGeom prst="rect">
            <a:avLst/>
          </a:prstGeom>
        </p:spPr>
        <p:txBody>
          <a:bodyPr vert="horz" lIns="0" tIns="0" rIns="0" bIns="0" rtlCol="0" anchor="b" anchorCtr="0">
            <a:normAutofit/>
          </a:bodyPr>
          <a:lstStyle>
            <a:lvl1pPr lvl="0" indent="0" algn="r">
              <a:spcBef>
                <a:spcPct val="20000"/>
              </a:spcBef>
              <a:buFont typeface="Arial" pitchFamily="34" charset="0"/>
              <a:buNone/>
              <a:defRPr sz="1000" b="1" baseline="0">
                <a:solidFill>
                  <a:schemeClr val="accent1">
                    <a:lumMod val="75000"/>
                  </a:schemeClr>
                </a:solidFill>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sz="1000" dirty="0"/>
              <a:t>Section Title</a:t>
            </a:r>
          </a:p>
        </p:txBody>
      </p:sp>
      <p:sp>
        <p:nvSpPr>
          <p:cNvPr id="5" name="Slide Number Placeholder 4"/>
          <p:cNvSpPr>
            <a:spLocks noGrp="1"/>
          </p:cNvSpPr>
          <p:nvPr>
            <p:ph type="sldNum" sz="quarter" idx="31"/>
          </p:nvPr>
        </p:nvSpPr>
        <p:spPr/>
        <p:txBody>
          <a:bodyPr/>
          <a:lstStyle/>
          <a:p>
            <a:fld id="{7E3C215A-CA0B-463C-9D89-24248B22F3D6}" type="slidenum">
              <a:rPr lang="en-US" smtClean="0"/>
              <a:pPr/>
              <a:t>‹#›</a:t>
            </a:fld>
            <a:endParaRPr lang="en-US" dirty="0"/>
          </a:p>
        </p:txBody>
      </p:sp>
      <p:sp>
        <p:nvSpPr>
          <p:cNvPr id="7" name="Title 6"/>
          <p:cNvSpPr>
            <a:spLocks noGrp="1"/>
          </p:cNvSpPr>
          <p:nvPr>
            <p:ph type="title" hasCustomPrompt="1"/>
          </p:nvPr>
        </p:nvSpPr>
        <p:spPr>
          <a:xfrm>
            <a:off x="228600" y="119730"/>
            <a:ext cx="8686800" cy="557929"/>
          </a:xfrm>
        </p:spPr>
        <p:txBody>
          <a:bodyPr/>
          <a:lstStyle>
            <a:lvl1pPr>
              <a:defRPr b="1"/>
            </a:lvl1pPr>
          </a:lstStyle>
          <a:p>
            <a:r>
              <a:rPr lang="en-US"/>
              <a:t>DalFort Color Scheme</a:t>
            </a:r>
          </a:p>
        </p:txBody>
      </p:sp>
      <p:sp>
        <p:nvSpPr>
          <p:cNvPr id="9" name="Left Brace 8">
            <a:extLst>
              <a:ext uri="{FF2B5EF4-FFF2-40B4-BE49-F238E27FC236}">
                <a16:creationId xmlns:a16="http://schemas.microsoft.com/office/drawing/2014/main" id="{F69ABBA9-C0FA-2A35-1FF7-2EF24D0F6BDB}"/>
              </a:ext>
            </a:extLst>
          </p:cNvPr>
          <p:cNvSpPr/>
          <p:nvPr userDrawn="1"/>
        </p:nvSpPr>
        <p:spPr>
          <a:xfrm>
            <a:off x="838201" y="838200"/>
            <a:ext cx="442459" cy="2208646"/>
          </a:xfrm>
          <a:prstGeom prst="leftBrace">
            <a:avLst>
              <a:gd name="adj1" fmla="val 47216"/>
              <a:gd name="adj2" fmla="val 50000"/>
            </a:avLst>
          </a:prstGeom>
          <a:ln w="6350">
            <a:solidFill>
              <a:srgbClr val="2E4760"/>
            </a:solidFill>
          </a:ln>
        </p:spPr>
        <p:style>
          <a:lnRef idx="1">
            <a:schemeClr val="accent1"/>
          </a:lnRef>
          <a:fillRef idx="0">
            <a:schemeClr val="accent1"/>
          </a:fillRef>
          <a:effectRef idx="0">
            <a:schemeClr val="accent1"/>
          </a:effectRef>
          <a:fontRef idx="minor">
            <a:schemeClr val="tx1"/>
          </a:fontRef>
        </p:style>
        <p:txBody>
          <a:bodyPr lIns="91358" tIns="45677" rIns="91358" bIns="45677" rtlCol="0" anchor="ctr"/>
          <a:lstStyle/>
          <a:p>
            <a:pPr algn="ctr" defTabSz="1017871"/>
            <a:endParaRPr lang="en-US" sz="1800" dirty="0">
              <a:solidFill>
                <a:srgbClr val="000000"/>
              </a:solidFill>
            </a:endParaRPr>
          </a:p>
        </p:txBody>
      </p:sp>
      <p:sp>
        <p:nvSpPr>
          <p:cNvPr id="10" name="TextBox 9">
            <a:extLst>
              <a:ext uri="{FF2B5EF4-FFF2-40B4-BE49-F238E27FC236}">
                <a16:creationId xmlns:a16="http://schemas.microsoft.com/office/drawing/2014/main" id="{D2DFD511-E75D-B04D-0247-9A62E4C73705}"/>
              </a:ext>
            </a:extLst>
          </p:cNvPr>
          <p:cNvSpPr txBox="1"/>
          <p:nvPr userDrawn="1"/>
        </p:nvSpPr>
        <p:spPr>
          <a:xfrm>
            <a:off x="228601" y="1747055"/>
            <a:ext cx="620517" cy="400023"/>
          </a:xfrm>
          <a:prstGeom prst="rect">
            <a:avLst/>
          </a:prstGeom>
          <a:noFill/>
        </p:spPr>
        <p:txBody>
          <a:bodyPr wrap="none" lIns="91358" tIns="45677" rIns="91358" bIns="45677" rtlCol="0" anchor="ctr" anchorCtr="0">
            <a:spAutoFit/>
          </a:bodyPr>
          <a:lstStyle/>
          <a:p>
            <a:pPr algn="r" defTabSz="1017871"/>
            <a:r>
              <a:rPr lang="en-US" sz="1000" b="1" i="0" dirty="0">
                <a:solidFill>
                  <a:srgbClr val="000000"/>
                </a:solidFill>
                <a:latin typeface="Garamond" panose="02020404030301010803" pitchFamily="18" charset="0"/>
              </a:rPr>
              <a:t>Primary</a:t>
            </a:r>
            <a:br>
              <a:rPr lang="en-US" sz="1000" b="1" i="0" dirty="0">
                <a:solidFill>
                  <a:srgbClr val="000000"/>
                </a:solidFill>
                <a:latin typeface="Garamond" panose="02020404030301010803" pitchFamily="18" charset="0"/>
              </a:rPr>
            </a:br>
            <a:r>
              <a:rPr lang="en-US" sz="1000" b="1" i="0" dirty="0">
                <a:solidFill>
                  <a:srgbClr val="000000"/>
                </a:solidFill>
                <a:latin typeface="Garamond" panose="02020404030301010803" pitchFamily="18" charset="0"/>
              </a:rPr>
              <a:t>Colors</a:t>
            </a:r>
          </a:p>
        </p:txBody>
      </p:sp>
      <p:sp>
        <p:nvSpPr>
          <p:cNvPr id="11" name="Left Brace 10">
            <a:extLst>
              <a:ext uri="{FF2B5EF4-FFF2-40B4-BE49-F238E27FC236}">
                <a16:creationId xmlns:a16="http://schemas.microsoft.com/office/drawing/2014/main" id="{184D00B3-AB6F-010E-CF54-1A3983598050}"/>
              </a:ext>
            </a:extLst>
          </p:cNvPr>
          <p:cNvSpPr/>
          <p:nvPr userDrawn="1"/>
        </p:nvSpPr>
        <p:spPr>
          <a:xfrm>
            <a:off x="838201" y="3216472"/>
            <a:ext cx="442459" cy="2955728"/>
          </a:xfrm>
          <a:prstGeom prst="leftBrace">
            <a:avLst>
              <a:gd name="adj1" fmla="val 47216"/>
              <a:gd name="adj2" fmla="val 50000"/>
            </a:avLst>
          </a:prstGeom>
          <a:ln w="6350">
            <a:solidFill>
              <a:srgbClr val="2E4760"/>
            </a:solidFill>
          </a:ln>
        </p:spPr>
        <p:style>
          <a:lnRef idx="1">
            <a:schemeClr val="accent1"/>
          </a:lnRef>
          <a:fillRef idx="0">
            <a:schemeClr val="accent1"/>
          </a:fillRef>
          <a:effectRef idx="0">
            <a:schemeClr val="accent1"/>
          </a:effectRef>
          <a:fontRef idx="minor">
            <a:schemeClr val="tx1"/>
          </a:fontRef>
        </p:style>
        <p:txBody>
          <a:bodyPr lIns="91358" tIns="45677" rIns="91358" bIns="45677" rtlCol="0" anchor="ctr"/>
          <a:lstStyle/>
          <a:p>
            <a:pPr algn="ctr" defTabSz="1017871"/>
            <a:endParaRPr lang="en-US" sz="1800" dirty="0">
              <a:solidFill>
                <a:srgbClr val="000000"/>
              </a:solidFill>
            </a:endParaRPr>
          </a:p>
        </p:txBody>
      </p:sp>
      <p:sp>
        <p:nvSpPr>
          <p:cNvPr id="12" name="TextBox 11">
            <a:extLst>
              <a:ext uri="{FF2B5EF4-FFF2-40B4-BE49-F238E27FC236}">
                <a16:creationId xmlns:a16="http://schemas.microsoft.com/office/drawing/2014/main" id="{0CCE4734-469B-3474-CA4C-15CECB060F57}"/>
              </a:ext>
            </a:extLst>
          </p:cNvPr>
          <p:cNvSpPr txBox="1"/>
          <p:nvPr userDrawn="1"/>
        </p:nvSpPr>
        <p:spPr>
          <a:xfrm>
            <a:off x="91046" y="4494326"/>
            <a:ext cx="747155" cy="400023"/>
          </a:xfrm>
          <a:prstGeom prst="rect">
            <a:avLst/>
          </a:prstGeom>
          <a:noFill/>
        </p:spPr>
        <p:txBody>
          <a:bodyPr wrap="none" lIns="91358" tIns="45677" rIns="91358" bIns="45677" rtlCol="0" anchor="ctr" anchorCtr="0">
            <a:spAutoFit/>
          </a:bodyPr>
          <a:lstStyle/>
          <a:p>
            <a:pPr algn="r" defTabSz="1017871"/>
            <a:r>
              <a:rPr lang="en-US" sz="1000" b="1" i="0" dirty="0">
                <a:solidFill>
                  <a:srgbClr val="000000"/>
                </a:solidFill>
                <a:latin typeface="Garamond" panose="02020404030301010803" pitchFamily="18" charset="0"/>
              </a:rPr>
              <a:t>Secondary</a:t>
            </a:r>
          </a:p>
          <a:p>
            <a:pPr algn="r" defTabSz="1017871"/>
            <a:r>
              <a:rPr lang="en-US" sz="1000" b="1" i="0" dirty="0">
                <a:solidFill>
                  <a:srgbClr val="000000"/>
                </a:solidFill>
                <a:latin typeface="Garamond" panose="02020404030301010803" pitchFamily="18" charset="0"/>
              </a:rPr>
              <a:t>Colors</a:t>
            </a:r>
          </a:p>
        </p:txBody>
      </p:sp>
      <p:sp>
        <p:nvSpPr>
          <p:cNvPr id="13" name="Rectangle 12">
            <a:extLst>
              <a:ext uri="{FF2B5EF4-FFF2-40B4-BE49-F238E27FC236}">
                <a16:creationId xmlns:a16="http://schemas.microsoft.com/office/drawing/2014/main" id="{893FFA63-4FD6-6300-7317-AE2C14FF537A}"/>
              </a:ext>
            </a:extLst>
          </p:cNvPr>
          <p:cNvSpPr/>
          <p:nvPr userDrawn="1"/>
        </p:nvSpPr>
        <p:spPr>
          <a:xfrm>
            <a:off x="1311712" y="914400"/>
            <a:ext cx="432000" cy="432000"/>
          </a:xfrm>
          <a:prstGeom prst="rect">
            <a:avLst/>
          </a:prstGeom>
          <a:solidFill>
            <a:schemeClr val="bg1"/>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endParaRPr lang="en-CA" sz="1100" dirty="0">
              <a:latin typeface="Garamond" panose="02020404030301010803" pitchFamily="18" charset="0"/>
            </a:endParaRPr>
          </a:p>
        </p:txBody>
      </p:sp>
      <p:sp>
        <p:nvSpPr>
          <p:cNvPr id="14" name="Rectangle 13">
            <a:extLst>
              <a:ext uri="{FF2B5EF4-FFF2-40B4-BE49-F238E27FC236}">
                <a16:creationId xmlns:a16="http://schemas.microsoft.com/office/drawing/2014/main" id="{4CC57075-3660-51EF-2E53-969B6F291282}"/>
              </a:ext>
            </a:extLst>
          </p:cNvPr>
          <p:cNvSpPr/>
          <p:nvPr userDrawn="1"/>
        </p:nvSpPr>
        <p:spPr>
          <a:xfrm>
            <a:off x="1890259" y="914400"/>
            <a:ext cx="432000" cy="432000"/>
          </a:xfrm>
          <a:prstGeom prst="rect">
            <a:avLst/>
          </a:prstGeom>
          <a:solidFill>
            <a:srgbClr val="0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endParaRPr lang="en-CA" sz="1100" dirty="0">
              <a:latin typeface="Garamond" panose="02020404030301010803" pitchFamily="18" charset="0"/>
            </a:endParaRPr>
          </a:p>
        </p:txBody>
      </p:sp>
      <p:sp>
        <p:nvSpPr>
          <p:cNvPr id="15" name="Rectangle 14">
            <a:extLst>
              <a:ext uri="{FF2B5EF4-FFF2-40B4-BE49-F238E27FC236}">
                <a16:creationId xmlns:a16="http://schemas.microsoft.com/office/drawing/2014/main" id="{1769F3B0-D596-30E2-F1DF-5EFB06879EFD}"/>
              </a:ext>
            </a:extLst>
          </p:cNvPr>
          <p:cNvSpPr/>
          <p:nvPr userDrawn="1"/>
        </p:nvSpPr>
        <p:spPr>
          <a:xfrm>
            <a:off x="1311712" y="3608151"/>
            <a:ext cx="432000" cy="432000"/>
          </a:xfrm>
          <a:prstGeom prst="rect">
            <a:avLst/>
          </a:prstGeom>
          <a:solidFill>
            <a:srgbClr val="64646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dirty="0">
                <a:latin typeface="Garamond" panose="02020404030301010803" pitchFamily="18" charset="0"/>
              </a:rPr>
              <a:t>100</a:t>
            </a:r>
          </a:p>
          <a:p>
            <a:pPr algn="ctr">
              <a:lnSpc>
                <a:spcPts val="1000"/>
              </a:lnSpc>
            </a:pPr>
            <a:r>
              <a:rPr lang="en-CA" sz="1100" dirty="0">
                <a:latin typeface="Garamond" panose="02020404030301010803" pitchFamily="18" charset="0"/>
              </a:rPr>
              <a:t>100</a:t>
            </a:r>
          </a:p>
          <a:p>
            <a:pPr algn="ctr">
              <a:lnSpc>
                <a:spcPts val="1000"/>
              </a:lnSpc>
            </a:pPr>
            <a:r>
              <a:rPr lang="en-CA" sz="1100" dirty="0">
                <a:latin typeface="Garamond" panose="02020404030301010803" pitchFamily="18" charset="0"/>
              </a:rPr>
              <a:t>100</a:t>
            </a:r>
          </a:p>
        </p:txBody>
      </p:sp>
      <p:sp>
        <p:nvSpPr>
          <p:cNvPr id="16" name="Rectangle 15">
            <a:extLst>
              <a:ext uri="{FF2B5EF4-FFF2-40B4-BE49-F238E27FC236}">
                <a16:creationId xmlns:a16="http://schemas.microsoft.com/office/drawing/2014/main" id="{C0437B5A-A05C-FA30-C3E8-B4967EF6ACA9}"/>
              </a:ext>
            </a:extLst>
          </p:cNvPr>
          <p:cNvSpPr/>
          <p:nvPr userDrawn="1"/>
        </p:nvSpPr>
        <p:spPr>
          <a:xfrm>
            <a:off x="1890259" y="3608151"/>
            <a:ext cx="432000" cy="432000"/>
          </a:xfrm>
          <a:prstGeom prst="rect">
            <a:avLst/>
          </a:prstGeom>
          <a:solidFill>
            <a:srgbClr val="C8C8C8"/>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dirty="0">
                <a:solidFill>
                  <a:srgbClr val="000000"/>
                </a:solidFill>
                <a:latin typeface="Garamond" panose="02020404030301010803" pitchFamily="18" charset="0"/>
              </a:rPr>
              <a:t>200</a:t>
            </a:r>
          </a:p>
          <a:p>
            <a:pPr algn="ctr">
              <a:lnSpc>
                <a:spcPts val="1000"/>
              </a:lnSpc>
            </a:pPr>
            <a:r>
              <a:rPr lang="en-CA" sz="1100" dirty="0">
                <a:solidFill>
                  <a:srgbClr val="000000"/>
                </a:solidFill>
                <a:latin typeface="Garamond" panose="02020404030301010803" pitchFamily="18" charset="0"/>
              </a:rPr>
              <a:t>200</a:t>
            </a:r>
          </a:p>
          <a:p>
            <a:pPr algn="ctr">
              <a:lnSpc>
                <a:spcPts val="1000"/>
              </a:lnSpc>
            </a:pPr>
            <a:r>
              <a:rPr lang="en-CA" sz="1100" dirty="0">
                <a:solidFill>
                  <a:srgbClr val="000000"/>
                </a:solidFill>
                <a:latin typeface="Garamond" panose="02020404030301010803" pitchFamily="18" charset="0"/>
              </a:rPr>
              <a:t>200</a:t>
            </a:r>
          </a:p>
        </p:txBody>
      </p:sp>
      <p:sp>
        <p:nvSpPr>
          <p:cNvPr id="17" name="Rectangle 16">
            <a:extLst>
              <a:ext uri="{FF2B5EF4-FFF2-40B4-BE49-F238E27FC236}">
                <a16:creationId xmlns:a16="http://schemas.microsoft.com/office/drawing/2014/main" id="{B052A6A9-4CBD-9044-F65A-518F143AAC7E}"/>
              </a:ext>
            </a:extLst>
          </p:cNvPr>
          <p:cNvSpPr/>
          <p:nvPr userDrawn="1"/>
        </p:nvSpPr>
        <p:spPr>
          <a:xfrm>
            <a:off x="1311712" y="4191834"/>
            <a:ext cx="432000" cy="432000"/>
          </a:xfrm>
          <a:prstGeom prst="rect">
            <a:avLst/>
          </a:prstGeom>
          <a:solidFill>
            <a:srgbClr val="2E476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dirty="0">
                <a:latin typeface="Garamond" panose="02020404030301010803" pitchFamily="18" charset="0"/>
              </a:rPr>
              <a:t>46</a:t>
            </a:r>
          </a:p>
          <a:p>
            <a:pPr algn="ctr">
              <a:lnSpc>
                <a:spcPts val="1000"/>
              </a:lnSpc>
            </a:pPr>
            <a:r>
              <a:rPr lang="en-CA" sz="1100" dirty="0">
                <a:latin typeface="Garamond" panose="02020404030301010803" pitchFamily="18" charset="0"/>
              </a:rPr>
              <a:t>71</a:t>
            </a:r>
          </a:p>
          <a:p>
            <a:pPr algn="ctr">
              <a:lnSpc>
                <a:spcPts val="1000"/>
              </a:lnSpc>
            </a:pPr>
            <a:r>
              <a:rPr lang="en-CA" sz="1100" dirty="0">
                <a:latin typeface="Garamond" panose="02020404030301010803" pitchFamily="18" charset="0"/>
              </a:rPr>
              <a:t>96</a:t>
            </a:r>
          </a:p>
        </p:txBody>
      </p:sp>
      <p:sp>
        <p:nvSpPr>
          <p:cNvPr id="19" name="Rectangle 18">
            <a:extLst>
              <a:ext uri="{FF2B5EF4-FFF2-40B4-BE49-F238E27FC236}">
                <a16:creationId xmlns:a16="http://schemas.microsoft.com/office/drawing/2014/main" id="{D90638B5-4F8C-3066-6195-8E8EBB7504DB}"/>
              </a:ext>
            </a:extLst>
          </p:cNvPr>
          <p:cNvSpPr/>
          <p:nvPr userDrawn="1"/>
        </p:nvSpPr>
        <p:spPr>
          <a:xfrm>
            <a:off x="1890259" y="4191834"/>
            <a:ext cx="432000" cy="432000"/>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dirty="0">
                <a:latin typeface="Garamond" panose="02020404030301010803" pitchFamily="18" charset="0"/>
              </a:rPr>
              <a:t>115</a:t>
            </a:r>
          </a:p>
          <a:p>
            <a:pPr algn="ctr">
              <a:lnSpc>
                <a:spcPts val="1000"/>
              </a:lnSpc>
            </a:pPr>
            <a:r>
              <a:rPr lang="en-CA" sz="1100" dirty="0">
                <a:latin typeface="Garamond" panose="02020404030301010803" pitchFamily="18" charset="0"/>
              </a:rPr>
              <a:t>151</a:t>
            </a:r>
          </a:p>
          <a:p>
            <a:pPr algn="ctr">
              <a:lnSpc>
                <a:spcPts val="1000"/>
              </a:lnSpc>
            </a:pPr>
            <a:r>
              <a:rPr lang="en-CA" sz="1100" dirty="0">
                <a:latin typeface="Garamond" panose="02020404030301010803" pitchFamily="18" charset="0"/>
              </a:rPr>
              <a:t>188</a:t>
            </a:r>
          </a:p>
        </p:txBody>
      </p:sp>
      <p:sp>
        <p:nvSpPr>
          <p:cNvPr id="20" name="Rectangle 19">
            <a:extLst>
              <a:ext uri="{FF2B5EF4-FFF2-40B4-BE49-F238E27FC236}">
                <a16:creationId xmlns:a16="http://schemas.microsoft.com/office/drawing/2014/main" id="{2BC84CC0-0237-5A87-BCE2-9F741431E460}"/>
              </a:ext>
            </a:extLst>
          </p:cNvPr>
          <p:cNvSpPr/>
          <p:nvPr userDrawn="1"/>
        </p:nvSpPr>
        <p:spPr>
          <a:xfrm>
            <a:off x="1311712" y="4775517"/>
            <a:ext cx="432000" cy="432000"/>
          </a:xfrm>
          <a:prstGeom prst="rect">
            <a:avLst/>
          </a:prstGeom>
          <a:solidFill>
            <a:srgbClr val="9FBFE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dirty="0">
                <a:solidFill>
                  <a:srgbClr val="000000"/>
                </a:solidFill>
                <a:latin typeface="Garamond" panose="02020404030301010803" pitchFamily="18" charset="0"/>
              </a:rPr>
              <a:t>159</a:t>
            </a:r>
          </a:p>
          <a:p>
            <a:pPr algn="ctr">
              <a:lnSpc>
                <a:spcPts val="1000"/>
              </a:lnSpc>
            </a:pPr>
            <a:r>
              <a:rPr lang="en-CA" sz="1100" dirty="0">
                <a:solidFill>
                  <a:srgbClr val="000000"/>
                </a:solidFill>
                <a:latin typeface="Garamond" panose="02020404030301010803" pitchFamily="18" charset="0"/>
              </a:rPr>
              <a:t>191</a:t>
            </a:r>
          </a:p>
          <a:p>
            <a:pPr algn="ctr">
              <a:lnSpc>
                <a:spcPts val="1000"/>
              </a:lnSpc>
            </a:pPr>
            <a:r>
              <a:rPr lang="en-CA" sz="1100" dirty="0">
                <a:solidFill>
                  <a:srgbClr val="000000"/>
                </a:solidFill>
                <a:latin typeface="Garamond" panose="02020404030301010803" pitchFamily="18" charset="0"/>
              </a:rPr>
              <a:t>229</a:t>
            </a:r>
          </a:p>
        </p:txBody>
      </p:sp>
      <p:sp>
        <p:nvSpPr>
          <p:cNvPr id="21" name="Rectangle 20">
            <a:extLst>
              <a:ext uri="{FF2B5EF4-FFF2-40B4-BE49-F238E27FC236}">
                <a16:creationId xmlns:a16="http://schemas.microsoft.com/office/drawing/2014/main" id="{2CAE88E9-A8AB-72A2-F68F-790C193F3678}"/>
              </a:ext>
            </a:extLst>
          </p:cNvPr>
          <p:cNvSpPr/>
          <p:nvPr userDrawn="1"/>
        </p:nvSpPr>
        <p:spPr>
          <a:xfrm>
            <a:off x="1890259" y="4775517"/>
            <a:ext cx="432000" cy="432000"/>
          </a:xfrm>
          <a:prstGeom prst="rect">
            <a:avLst/>
          </a:prstGeom>
          <a:solidFill>
            <a:srgbClr val="CBDCF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dirty="0">
                <a:solidFill>
                  <a:srgbClr val="000000"/>
                </a:solidFill>
                <a:latin typeface="Garamond" panose="02020404030301010803" pitchFamily="18" charset="0"/>
              </a:rPr>
              <a:t>203</a:t>
            </a:r>
          </a:p>
          <a:p>
            <a:pPr algn="ctr">
              <a:lnSpc>
                <a:spcPts val="1000"/>
              </a:lnSpc>
            </a:pPr>
            <a:r>
              <a:rPr lang="en-CA" sz="1100" dirty="0">
                <a:solidFill>
                  <a:srgbClr val="000000"/>
                </a:solidFill>
                <a:latin typeface="Garamond" panose="02020404030301010803" pitchFamily="18" charset="0"/>
              </a:rPr>
              <a:t>220</a:t>
            </a:r>
          </a:p>
          <a:p>
            <a:pPr algn="ctr">
              <a:lnSpc>
                <a:spcPts val="1000"/>
              </a:lnSpc>
            </a:pPr>
            <a:r>
              <a:rPr lang="en-CA" sz="1100" dirty="0">
                <a:solidFill>
                  <a:srgbClr val="000000"/>
                </a:solidFill>
                <a:latin typeface="Garamond" panose="02020404030301010803" pitchFamily="18" charset="0"/>
              </a:rPr>
              <a:t>241</a:t>
            </a:r>
          </a:p>
        </p:txBody>
      </p:sp>
      <p:sp>
        <p:nvSpPr>
          <p:cNvPr id="24" name="Rectangle 23">
            <a:extLst>
              <a:ext uri="{FF2B5EF4-FFF2-40B4-BE49-F238E27FC236}">
                <a16:creationId xmlns:a16="http://schemas.microsoft.com/office/drawing/2014/main" id="{15A6F795-D0AF-08BD-1BA2-7F8C45F57581}"/>
              </a:ext>
            </a:extLst>
          </p:cNvPr>
          <p:cNvSpPr/>
          <p:nvPr userDrawn="1"/>
        </p:nvSpPr>
        <p:spPr>
          <a:xfrm>
            <a:off x="1311712" y="1454644"/>
            <a:ext cx="432000" cy="432000"/>
          </a:xfrm>
          <a:prstGeom prst="rect">
            <a:avLst/>
          </a:prstGeom>
          <a:solidFill>
            <a:srgbClr val="0000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dirty="0">
                <a:latin typeface="Garamond" panose="02020404030301010803" pitchFamily="18" charset="0"/>
              </a:rPr>
              <a:t>0</a:t>
            </a:r>
          </a:p>
          <a:p>
            <a:pPr algn="ctr">
              <a:lnSpc>
                <a:spcPts val="1000"/>
              </a:lnSpc>
            </a:pPr>
            <a:r>
              <a:rPr lang="en-CA" sz="1100" dirty="0">
                <a:latin typeface="Garamond" panose="02020404030301010803" pitchFamily="18" charset="0"/>
              </a:rPr>
              <a:t>0</a:t>
            </a:r>
          </a:p>
          <a:p>
            <a:pPr algn="ctr">
              <a:lnSpc>
                <a:spcPts val="1000"/>
              </a:lnSpc>
            </a:pPr>
            <a:r>
              <a:rPr lang="en-CA" sz="1100" dirty="0">
                <a:latin typeface="Garamond" panose="02020404030301010803" pitchFamily="18" charset="0"/>
              </a:rPr>
              <a:t>102</a:t>
            </a:r>
          </a:p>
        </p:txBody>
      </p:sp>
      <p:sp>
        <p:nvSpPr>
          <p:cNvPr id="26" name="Rectangle 25">
            <a:extLst>
              <a:ext uri="{FF2B5EF4-FFF2-40B4-BE49-F238E27FC236}">
                <a16:creationId xmlns:a16="http://schemas.microsoft.com/office/drawing/2014/main" id="{92CEEE39-1B85-8706-E69C-E4FFECC7629E}"/>
              </a:ext>
            </a:extLst>
          </p:cNvPr>
          <p:cNvSpPr/>
          <p:nvPr userDrawn="1"/>
        </p:nvSpPr>
        <p:spPr>
          <a:xfrm>
            <a:off x="1890259" y="1454644"/>
            <a:ext cx="432000" cy="432000"/>
          </a:xfrm>
          <a:prstGeom prst="rect">
            <a:avLst/>
          </a:prstGeom>
          <a:solidFill>
            <a:srgbClr val="A6A6A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dirty="0">
                <a:solidFill>
                  <a:srgbClr val="000000"/>
                </a:solidFill>
                <a:latin typeface="Garamond" panose="02020404030301010803" pitchFamily="18" charset="0"/>
              </a:rPr>
              <a:t>166</a:t>
            </a:r>
          </a:p>
          <a:p>
            <a:pPr algn="ctr">
              <a:lnSpc>
                <a:spcPts val="1000"/>
              </a:lnSpc>
            </a:pPr>
            <a:r>
              <a:rPr lang="en-CA" sz="1100" dirty="0">
                <a:solidFill>
                  <a:srgbClr val="000000"/>
                </a:solidFill>
                <a:latin typeface="Garamond" panose="02020404030301010803" pitchFamily="18" charset="0"/>
              </a:rPr>
              <a:t>166</a:t>
            </a:r>
          </a:p>
          <a:p>
            <a:pPr algn="ctr">
              <a:lnSpc>
                <a:spcPts val="1000"/>
              </a:lnSpc>
            </a:pPr>
            <a:r>
              <a:rPr lang="en-CA" sz="1100" dirty="0">
                <a:solidFill>
                  <a:srgbClr val="000000"/>
                </a:solidFill>
                <a:latin typeface="Garamond" panose="02020404030301010803" pitchFamily="18" charset="0"/>
              </a:rPr>
              <a:t>166</a:t>
            </a:r>
          </a:p>
        </p:txBody>
      </p:sp>
      <p:sp>
        <p:nvSpPr>
          <p:cNvPr id="27" name="Rectangle 26">
            <a:extLst>
              <a:ext uri="{FF2B5EF4-FFF2-40B4-BE49-F238E27FC236}">
                <a16:creationId xmlns:a16="http://schemas.microsoft.com/office/drawing/2014/main" id="{BB6B50CD-C376-1B8F-1FB8-7B2858BC5BA8}"/>
              </a:ext>
            </a:extLst>
          </p:cNvPr>
          <p:cNvSpPr/>
          <p:nvPr userDrawn="1"/>
        </p:nvSpPr>
        <p:spPr>
          <a:xfrm>
            <a:off x="1311712" y="1994888"/>
            <a:ext cx="432000" cy="432000"/>
          </a:xfrm>
          <a:prstGeom prst="rect">
            <a:avLst/>
          </a:prstGeom>
          <a:solidFill>
            <a:srgbClr val="00206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dirty="0">
                <a:latin typeface="Garamond" panose="02020404030301010803" pitchFamily="18" charset="0"/>
              </a:rPr>
              <a:t>0</a:t>
            </a:r>
          </a:p>
          <a:p>
            <a:pPr algn="ctr">
              <a:lnSpc>
                <a:spcPts val="1000"/>
              </a:lnSpc>
            </a:pPr>
            <a:r>
              <a:rPr lang="en-CA" sz="1100" dirty="0">
                <a:latin typeface="Garamond" panose="02020404030301010803" pitchFamily="18" charset="0"/>
              </a:rPr>
              <a:t>32</a:t>
            </a:r>
          </a:p>
          <a:p>
            <a:pPr algn="ctr">
              <a:lnSpc>
                <a:spcPts val="1000"/>
              </a:lnSpc>
            </a:pPr>
            <a:r>
              <a:rPr lang="en-CA" sz="1100" dirty="0">
                <a:latin typeface="Garamond" panose="02020404030301010803" pitchFamily="18" charset="0"/>
              </a:rPr>
              <a:t>96</a:t>
            </a:r>
          </a:p>
        </p:txBody>
      </p:sp>
      <p:sp>
        <p:nvSpPr>
          <p:cNvPr id="28" name="Rectangle 27">
            <a:extLst>
              <a:ext uri="{FF2B5EF4-FFF2-40B4-BE49-F238E27FC236}">
                <a16:creationId xmlns:a16="http://schemas.microsoft.com/office/drawing/2014/main" id="{9B91FA98-A356-4146-32CE-D08FE01C8E73}"/>
              </a:ext>
            </a:extLst>
          </p:cNvPr>
          <p:cNvSpPr/>
          <p:nvPr userDrawn="1"/>
        </p:nvSpPr>
        <p:spPr>
          <a:xfrm>
            <a:off x="1890259" y="1994888"/>
            <a:ext cx="432000" cy="432000"/>
          </a:xfrm>
          <a:prstGeom prst="rect">
            <a:avLst/>
          </a:prstGeom>
          <a:solidFill>
            <a:srgbClr val="C0C0C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dirty="0">
                <a:solidFill>
                  <a:srgbClr val="000000"/>
                </a:solidFill>
                <a:latin typeface="Garamond" panose="02020404030301010803" pitchFamily="18" charset="0"/>
              </a:rPr>
              <a:t>192</a:t>
            </a:r>
          </a:p>
          <a:p>
            <a:pPr algn="ctr">
              <a:lnSpc>
                <a:spcPts val="1000"/>
              </a:lnSpc>
            </a:pPr>
            <a:r>
              <a:rPr lang="en-CA" sz="1100" dirty="0">
                <a:solidFill>
                  <a:srgbClr val="000000"/>
                </a:solidFill>
                <a:latin typeface="Garamond" panose="02020404030301010803" pitchFamily="18" charset="0"/>
              </a:rPr>
              <a:t>192</a:t>
            </a:r>
          </a:p>
          <a:p>
            <a:pPr algn="ctr">
              <a:lnSpc>
                <a:spcPts val="1000"/>
              </a:lnSpc>
            </a:pPr>
            <a:r>
              <a:rPr lang="en-CA" sz="1100" dirty="0">
                <a:solidFill>
                  <a:srgbClr val="000000"/>
                </a:solidFill>
                <a:latin typeface="Garamond" panose="02020404030301010803" pitchFamily="18" charset="0"/>
              </a:rPr>
              <a:t>192</a:t>
            </a:r>
          </a:p>
        </p:txBody>
      </p:sp>
      <p:sp>
        <p:nvSpPr>
          <p:cNvPr id="29" name="Rectangle 28">
            <a:extLst>
              <a:ext uri="{FF2B5EF4-FFF2-40B4-BE49-F238E27FC236}">
                <a16:creationId xmlns:a16="http://schemas.microsoft.com/office/drawing/2014/main" id="{D1066608-A5CF-A01C-ED27-908031D7A14B}"/>
              </a:ext>
            </a:extLst>
          </p:cNvPr>
          <p:cNvSpPr/>
          <p:nvPr userDrawn="1"/>
        </p:nvSpPr>
        <p:spPr>
          <a:xfrm>
            <a:off x="1311712" y="2535131"/>
            <a:ext cx="432000" cy="432000"/>
          </a:xfrm>
          <a:prstGeom prst="rect">
            <a:avLst/>
          </a:prstGeom>
          <a:solidFill>
            <a:srgbClr val="1C4587"/>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dirty="0">
                <a:latin typeface="Garamond" panose="02020404030301010803" pitchFamily="18" charset="0"/>
              </a:rPr>
              <a:t>28</a:t>
            </a:r>
          </a:p>
          <a:p>
            <a:pPr algn="ctr">
              <a:lnSpc>
                <a:spcPts val="1000"/>
              </a:lnSpc>
            </a:pPr>
            <a:r>
              <a:rPr lang="en-CA" sz="1100" dirty="0">
                <a:latin typeface="Garamond" panose="02020404030301010803" pitchFamily="18" charset="0"/>
              </a:rPr>
              <a:t>69</a:t>
            </a:r>
          </a:p>
          <a:p>
            <a:pPr algn="ctr">
              <a:lnSpc>
                <a:spcPts val="1000"/>
              </a:lnSpc>
            </a:pPr>
            <a:r>
              <a:rPr lang="en-CA" sz="1100" dirty="0">
                <a:latin typeface="Garamond" panose="02020404030301010803" pitchFamily="18" charset="0"/>
              </a:rPr>
              <a:t>135</a:t>
            </a:r>
          </a:p>
        </p:txBody>
      </p:sp>
      <p:sp>
        <p:nvSpPr>
          <p:cNvPr id="30" name="Rectangle 29">
            <a:extLst>
              <a:ext uri="{FF2B5EF4-FFF2-40B4-BE49-F238E27FC236}">
                <a16:creationId xmlns:a16="http://schemas.microsoft.com/office/drawing/2014/main" id="{92EEF1A3-E410-1537-E1A8-E41A34BDE1F2}"/>
              </a:ext>
            </a:extLst>
          </p:cNvPr>
          <p:cNvSpPr/>
          <p:nvPr userDrawn="1"/>
        </p:nvSpPr>
        <p:spPr>
          <a:xfrm>
            <a:off x="1890259" y="2535131"/>
            <a:ext cx="432000" cy="432000"/>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dirty="0">
                <a:solidFill>
                  <a:srgbClr val="000000"/>
                </a:solidFill>
                <a:latin typeface="Garamond" panose="02020404030301010803" pitchFamily="18" charset="0"/>
              </a:rPr>
              <a:t>242</a:t>
            </a:r>
          </a:p>
          <a:p>
            <a:pPr algn="ctr">
              <a:lnSpc>
                <a:spcPts val="1000"/>
              </a:lnSpc>
            </a:pPr>
            <a:r>
              <a:rPr lang="en-CA" sz="1100" dirty="0">
                <a:solidFill>
                  <a:srgbClr val="000000"/>
                </a:solidFill>
                <a:latin typeface="Garamond" panose="02020404030301010803" pitchFamily="18" charset="0"/>
              </a:rPr>
              <a:t>242</a:t>
            </a:r>
          </a:p>
          <a:p>
            <a:pPr algn="ctr">
              <a:lnSpc>
                <a:spcPts val="1000"/>
              </a:lnSpc>
            </a:pPr>
            <a:r>
              <a:rPr lang="en-CA" sz="1100" dirty="0">
                <a:solidFill>
                  <a:srgbClr val="000000"/>
                </a:solidFill>
                <a:latin typeface="Garamond" panose="02020404030301010803" pitchFamily="18" charset="0"/>
              </a:rPr>
              <a:t>242</a:t>
            </a:r>
          </a:p>
        </p:txBody>
      </p:sp>
      <p:sp>
        <p:nvSpPr>
          <p:cNvPr id="31" name="Rectangle 30">
            <a:extLst>
              <a:ext uri="{FF2B5EF4-FFF2-40B4-BE49-F238E27FC236}">
                <a16:creationId xmlns:a16="http://schemas.microsoft.com/office/drawing/2014/main" id="{033558CF-3D29-F42D-D453-FADED701C137}"/>
              </a:ext>
            </a:extLst>
          </p:cNvPr>
          <p:cNvSpPr/>
          <p:nvPr userDrawn="1"/>
        </p:nvSpPr>
        <p:spPr>
          <a:xfrm>
            <a:off x="1311712" y="5359200"/>
            <a:ext cx="432000" cy="432000"/>
          </a:xfrm>
          <a:prstGeom prst="rect">
            <a:avLst/>
          </a:prstGeom>
          <a:solidFill>
            <a:srgbClr val="BF9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dirty="0">
                <a:solidFill>
                  <a:schemeClr val="bg1"/>
                </a:solidFill>
                <a:latin typeface="Garamond" panose="02020404030301010803" pitchFamily="18" charset="0"/>
              </a:rPr>
              <a:t>191</a:t>
            </a:r>
          </a:p>
          <a:p>
            <a:pPr algn="ctr">
              <a:lnSpc>
                <a:spcPts val="1000"/>
              </a:lnSpc>
            </a:pPr>
            <a:r>
              <a:rPr lang="en-CA" sz="1100" dirty="0">
                <a:solidFill>
                  <a:schemeClr val="bg1"/>
                </a:solidFill>
                <a:latin typeface="Garamond" panose="02020404030301010803" pitchFamily="18" charset="0"/>
              </a:rPr>
              <a:t>144</a:t>
            </a:r>
          </a:p>
          <a:p>
            <a:pPr algn="ctr">
              <a:lnSpc>
                <a:spcPts val="1000"/>
              </a:lnSpc>
            </a:pPr>
            <a:r>
              <a:rPr lang="en-CA" sz="1100" dirty="0">
                <a:solidFill>
                  <a:schemeClr val="bg1"/>
                </a:solidFill>
                <a:latin typeface="Garamond" panose="02020404030301010803" pitchFamily="18" charset="0"/>
              </a:rPr>
              <a:t>0</a:t>
            </a:r>
          </a:p>
        </p:txBody>
      </p:sp>
      <p:sp>
        <p:nvSpPr>
          <p:cNvPr id="32" name="Rectangle 31">
            <a:extLst>
              <a:ext uri="{FF2B5EF4-FFF2-40B4-BE49-F238E27FC236}">
                <a16:creationId xmlns:a16="http://schemas.microsoft.com/office/drawing/2014/main" id="{5FB2C66C-FA2D-1FCE-5301-BF4A5E77B587}"/>
              </a:ext>
            </a:extLst>
          </p:cNvPr>
          <p:cNvSpPr/>
          <p:nvPr userDrawn="1"/>
        </p:nvSpPr>
        <p:spPr>
          <a:xfrm>
            <a:off x="1890259" y="5359200"/>
            <a:ext cx="432000" cy="432000"/>
          </a:xfrm>
          <a:prstGeom prst="rect">
            <a:avLst/>
          </a:prstGeom>
          <a:solidFill>
            <a:srgbClr val="0048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dirty="0">
                <a:solidFill>
                  <a:schemeClr val="bg1"/>
                </a:solidFill>
                <a:latin typeface="Garamond" panose="02020404030301010803" pitchFamily="18" charset="0"/>
              </a:rPr>
              <a:t>203</a:t>
            </a:r>
          </a:p>
          <a:p>
            <a:pPr algn="ctr">
              <a:lnSpc>
                <a:spcPts val="1000"/>
              </a:lnSpc>
            </a:pPr>
            <a:r>
              <a:rPr lang="en-CA" sz="1100" dirty="0">
                <a:solidFill>
                  <a:schemeClr val="bg1"/>
                </a:solidFill>
                <a:latin typeface="Garamond" panose="02020404030301010803" pitchFamily="18" charset="0"/>
              </a:rPr>
              <a:t>220</a:t>
            </a:r>
          </a:p>
          <a:p>
            <a:pPr algn="ctr">
              <a:lnSpc>
                <a:spcPts val="1000"/>
              </a:lnSpc>
            </a:pPr>
            <a:r>
              <a:rPr kumimoji="0" lang="en-CA" sz="1100" b="0" i="0" u="none" strike="noStrike" kern="1200" cap="none" spc="0" normalizeH="0" baseline="0" noProof="0" dirty="0">
                <a:ln>
                  <a:noFill/>
                </a:ln>
                <a:solidFill>
                  <a:schemeClr val="bg1"/>
                </a:solidFill>
                <a:effectLst/>
                <a:uLnTx/>
                <a:uFillTx/>
                <a:latin typeface="Garamond" panose="02020404030301010803" pitchFamily="18" charset="0"/>
                <a:ea typeface="+mn-ea"/>
                <a:cs typeface="+mn-cs"/>
              </a:rPr>
              <a:t>241</a:t>
            </a:r>
          </a:p>
        </p:txBody>
      </p:sp>
      <p:sp>
        <p:nvSpPr>
          <p:cNvPr id="6" name="Rectangle 5">
            <a:extLst>
              <a:ext uri="{FF2B5EF4-FFF2-40B4-BE49-F238E27FC236}">
                <a16:creationId xmlns:a16="http://schemas.microsoft.com/office/drawing/2014/main" id="{C4F42FCD-6980-F002-5332-60FFC92CF371}"/>
              </a:ext>
            </a:extLst>
          </p:cNvPr>
          <p:cNvSpPr/>
          <p:nvPr userDrawn="1"/>
        </p:nvSpPr>
        <p:spPr>
          <a:xfrm>
            <a:off x="4572000" y="1173192"/>
            <a:ext cx="2380891" cy="8216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37160" indent="-137160" algn="l">
              <a:buFont typeface="Arial" panose="020B0604020202020204" pitchFamily="34" charset="0"/>
              <a:buChar char="•"/>
            </a:pPr>
            <a:r>
              <a:rPr lang="en-US" sz="1000" dirty="0">
                <a:solidFill>
                  <a:schemeClr val="tx1"/>
                </a:solidFill>
              </a:rPr>
              <a:t>[]</a:t>
            </a:r>
          </a:p>
          <a:p>
            <a:pPr marL="274320" lvl="1" indent="-137160" algn="l">
              <a:buFont typeface="Wingdings" panose="05000000000000000000" pitchFamily="2" charset="2"/>
              <a:buChar char="§"/>
            </a:pPr>
            <a:r>
              <a:rPr lang="en-US" sz="1000" dirty="0">
                <a:solidFill>
                  <a:schemeClr val="tx1"/>
                </a:solidFill>
              </a:rPr>
              <a:t>[]</a:t>
            </a:r>
          </a:p>
          <a:p>
            <a:pPr marL="411480" lvl="2" indent="-137160" algn="l">
              <a:buFont typeface="Courier New" panose="02070309020205020404" pitchFamily="49" charset="0"/>
              <a:buChar char="o"/>
            </a:pPr>
            <a:r>
              <a:rPr lang="en-US" sz="1000" dirty="0">
                <a:solidFill>
                  <a:schemeClr val="tx1"/>
                </a:solidFill>
              </a:rPr>
              <a:t>[]</a:t>
            </a:r>
          </a:p>
        </p:txBody>
      </p:sp>
    </p:spTree>
    <p:extLst>
      <p:ext uri="{BB962C8B-B14F-4D97-AF65-F5344CB8AC3E}">
        <p14:creationId xmlns:p14="http://schemas.microsoft.com/office/powerpoint/2010/main" val="9132933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Intentionally Blank">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5" name="TextBox 4"/>
          <p:cNvSpPr txBox="1"/>
          <p:nvPr userDrawn="1"/>
        </p:nvSpPr>
        <p:spPr>
          <a:xfrm>
            <a:off x="0" y="3124200"/>
            <a:ext cx="9144000" cy="369332"/>
          </a:xfrm>
          <a:prstGeom prst="rect">
            <a:avLst/>
          </a:prstGeom>
          <a:noFill/>
        </p:spPr>
        <p:txBody>
          <a:bodyPr wrap="square" rtlCol="0" anchor="ctr" anchorCtr="0">
            <a:spAutoFit/>
          </a:bodyPr>
          <a:lstStyle/>
          <a:p>
            <a:pPr algn="ctr"/>
            <a:r>
              <a:rPr lang="en-US" sz="1800" dirty="0">
                <a:solidFill>
                  <a:schemeClr val="bg1">
                    <a:lumMod val="75000"/>
                  </a:schemeClr>
                </a:solidFill>
              </a:rPr>
              <a:t>This page intentionally left blank</a:t>
            </a:r>
          </a:p>
        </p:txBody>
      </p:sp>
      <p:pic>
        <p:nvPicPr>
          <p:cNvPr id="3" name="Picture 2">
            <a:extLst>
              <a:ext uri="{FF2B5EF4-FFF2-40B4-BE49-F238E27FC236}">
                <a16:creationId xmlns:a16="http://schemas.microsoft.com/office/drawing/2014/main" id="{B63B81F7-51DB-5993-A175-6BDCDA95D13D}"/>
              </a:ext>
            </a:extLst>
          </p:cNvPr>
          <p:cNvPicPr>
            <a:picLocks noChangeAspect="1"/>
          </p:cNvPicPr>
          <p:nvPr userDrawn="1"/>
        </p:nvPicPr>
        <p:blipFill>
          <a:blip r:embed="rId3"/>
          <a:stretch>
            <a:fillRect/>
          </a:stretch>
        </p:blipFill>
        <p:spPr>
          <a:xfrm>
            <a:off x="457200" y="6152421"/>
            <a:ext cx="1797940" cy="248381"/>
          </a:xfrm>
          <a:prstGeom prst="rect">
            <a:avLst/>
          </a:prstGeom>
        </p:spPr>
      </p:pic>
    </p:spTree>
    <p:extLst>
      <p:ext uri="{BB962C8B-B14F-4D97-AF65-F5344CB8AC3E}">
        <p14:creationId xmlns:p14="http://schemas.microsoft.com/office/powerpoint/2010/main" val="22297823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5"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extBox 1"/>
          <p:cNvSpPr txBox="1"/>
          <p:nvPr userDrawn="1"/>
        </p:nvSpPr>
        <p:spPr>
          <a:xfrm>
            <a:off x="228600" y="914400"/>
            <a:ext cx="8686800" cy="5181600"/>
          </a:xfrm>
          <a:prstGeom prst="rect">
            <a:avLst/>
          </a:prstGeom>
        </p:spPr>
        <p:txBody>
          <a:bodyPr vert="horz" lIns="0" tIns="0" rIns="0" bIns="0" rtlCol="0">
            <a:normAutofit fontScale="77500" lnSpcReduction="20000"/>
          </a:bodyPr>
          <a:lstStyle>
            <a:lvl1pPr lvl="0" indent="0">
              <a:spcBef>
                <a:spcPts val="0"/>
              </a:spcBef>
              <a:spcAft>
                <a:spcPts val="600"/>
              </a:spcAft>
              <a:buFont typeface="Arial" pitchFamily="34" charset="0"/>
              <a:buNone/>
              <a:defRPr sz="1000">
                <a:solidFill>
                  <a:schemeClr val="tx1">
                    <a:lumMod val="65000"/>
                    <a:lumOff val="35000"/>
                  </a:schemeClr>
                </a:solidFill>
              </a:defRPr>
            </a:lvl1pPr>
            <a:lvl2pPr indent="0">
              <a:spcBef>
                <a:spcPct val="20000"/>
              </a:spcBef>
              <a:buFont typeface="Arial" pitchFamily="34" charset="0"/>
              <a:buNone/>
              <a:defRPr sz="1200"/>
            </a:lvl2pPr>
            <a:lvl3pPr indent="0">
              <a:spcBef>
                <a:spcPct val="20000"/>
              </a:spcBef>
              <a:buFont typeface="Arial" pitchFamily="34" charset="0"/>
              <a:buNone/>
              <a:defRPr sz="1200"/>
            </a:lvl3pPr>
            <a:lvl4pPr indent="0">
              <a:spcBef>
                <a:spcPct val="20000"/>
              </a:spcBef>
              <a:buFont typeface="Arial" pitchFamily="34" charset="0"/>
              <a:buNone/>
              <a:defRPr sz="1200"/>
            </a:lvl4pPr>
            <a:lvl5pPr indent="0">
              <a:spcBef>
                <a:spcPct val="20000"/>
              </a:spcBef>
              <a:buFont typeface="Arial" pitchFamily="34" charset="0"/>
              <a:buNone/>
              <a:defRPr sz="12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indent="0" algn="just">
              <a:lnSpc>
                <a:spcPct val="150000"/>
              </a:lnSpc>
              <a:spcAft>
                <a:spcPts val="600"/>
              </a:spcAft>
              <a:buNone/>
            </a:pPr>
            <a:r>
              <a:rPr lang="en-US" sz="1000" dirty="0"/>
              <a:t>This presentation is not an offer or sale of, or a solicitation to any person to buy, any security, investment product or investment advice. The information contained in this presentation has been prepared by DalFort Capital Partners (“DFCP”) and its affiliated and related entities (collectively, “DalFort”) and is furnished on a confidential and limited basis for the sole and exclusive purpose of providing general and background information concerning DalFort as well as various investment vehicles sponsored by DalFort (the “Fund(s)”).  Any such offer, sale or solicitation of interests in any Fund will be made only pursuant to a Fund’s definitive documents, which may include a confidential private placement memorandum (with respect to each Fund, as amended and/or supplemented from time to time, and including, without limitation, the legends contained therein, the “Memorandum”), the governing documents of such Fund and subscription documents, and will be subject to the terms and conditions contained in such documents and the Memorandum. This presentation is qualified in its entirety by reference to any Memorandum or other definitive documents of a Fund. All of the Funds referenced in this presentation are closed and no longer accepting additional subscriptions or commitments from investors.</a:t>
            </a:r>
          </a:p>
          <a:p>
            <a:pPr marL="0" indent="0" algn="just">
              <a:lnSpc>
                <a:spcPct val="150000"/>
              </a:lnSpc>
              <a:spcAft>
                <a:spcPts val="600"/>
              </a:spcAft>
              <a:buNone/>
            </a:pPr>
            <a:r>
              <a:rPr lang="en-US" sz="1000" dirty="0"/>
              <a:t>This presentation is not intended to be relied upon as investment advice and is not, and should not be assumed to be, complete. Each recipient of this presentation agrees that DalFort and its affiliates, members, partners, stockholders, managers, directors, officers, employees and agents shall have no liability for any misstatement or omission of fact or any opinion expressed herein. The contents herein are not to be construed as legal, business or tax advice, and each recipient should consult its own attorney, business advisor and tax advisor as to legal, business and tax advice. Each recipient further agrees that it will (</a:t>
            </a:r>
            <a:r>
              <a:rPr lang="en-US" sz="1000" dirty="0" err="1"/>
              <a:t>i</a:t>
            </a:r>
            <a:r>
              <a:rPr lang="en-US" sz="1000" dirty="0"/>
              <a:t>) keep permanently confidential all information contained herein not already public, (ii) use this presentation solely for the purpose of monitoring or evaluating an investment in a Fund and (iii) not copy, reproduce or distribute this presentation, in whole or in part, to any person or party (including any employee of the recipient other than an employee directly involved in monitoring or evaluating an investment in a Fund) without the prior written consent of DalFort. Each person who has accessed, or received a copy of, this presentation (or any part thereof) is deemed to have agreed (x) not to reproduce or distribute this presentation, in whole or in part, except to any employee named in item (iii) in the preceding sentence, (y) to return this presentation to DalFort promptly upon request and (z) to be responsible for any disclosure of DalFort’s or a Fund’s information by such person or any of its employees, agents or representatives.</a:t>
            </a:r>
          </a:p>
          <a:p>
            <a:pPr marL="0" indent="0" algn="just">
              <a:lnSpc>
                <a:spcPct val="150000"/>
              </a:lnSpc>
              <a:spcAft>
                <a:spcPts val="600"/>
              </a:spcAft>
              <a:buNone/>
            </a:pPr>
            <a:r>
              <a:rPr lang="en-US" sz="1000" dirty="0"/>
              <a:t>Although DalFort has used all reasonable efforts to ensure that the information provided in this presentation is correct, DalFort makes no representation and gives no warranty that such information is accurate, complete or current, and any recipient of this presentation should not rely on the information provided in this presentation for any purpose. This presentation contains forward-looking statements, including descriptions of anticipated market changes, investment valuations and estimated returns from unrealized investments. These forward-looking statements are based on current expectations, estimates and projections about the industry and markets in which a Fund will operate and DalFort’s beliefs and assumptions. Any investment in a Fund is subject to various risks (including the possible loss of a substantial part, or even the entire amount, of an investment) and potential conflicts of interest, none of which are outlined in this presentation.</a:t>
            </a:r>
          </a:p>
          <a:p>
            <a:pPr marL="0" indent="0" algn="just">
              <a:lnSpc>
                <a:spcPct val="150000"/>
              </a:lnSpc>
              <a:spcAft>
                <a:spcPts val="600"/>
              </a:spcAft>
              <a:buNone/>
            </a:pPr>
            <a:r>
              <a:rPr lang="en-US" sz="1000" dirty="0"/>
              <a:t>Past performance is not a guarantee of future results. There can be no assurance that any Fund’s investments will achieve comparable results or that such Fund will be able to implement its investment strategy and investment approach or achieve its investment objective. Estimates, projections or forward-looking statements (such as unrealized value) contained in this presentation are only estimates of future results or events that are based upon assumptions, opinions and estimations made at the time such estimates, projections or statements were developed or made. There can be no assurance that the results set forth in the estimates, projections or the events predicted will be attained, and actual results may be significantly different from the estimates. Also, general economic factors, which are not predictable, can have a material impact on the reliability of estimates, projections or forward-looking statements. Actual events are difficult to project and often depend upon factors that are beyond the control of DalFort. Unless otherwise noted, the information contained in this presentation is subject to change and speaks only as of the date of this presentation or as of the specific date(s) noted in this presentation, as applicable, and DalFort does not have any obligation to update any of such information.</a:t>
            </a:r>
            <a:endParaRPr lang="en-US" sz="1000" dirty="0">
              <a:latin typeface="+mn-lt"/>
              <a:cs typeface="Arial" panose="020B0604020202020204" pitchFamily="34" charset="0"/>
            </a:endParaRPr>
          </a:p>
        </p:txBody>
      </p:sp>
      <p:sp>
        <p:nvSpPr>
          <p:cNvPr id="3" name="Slide Number Placeholder 2"/>
          <p:cNvSpPr>
            <a:spLocks noGrp="1"/>
          </p:cNvSpPr>
          <p:nvPr>
            <p:ph type="sldNum" sz="quarter" idx="10"/>
          </p:nvPr>
        </p:nvSpPr>
        <p:spPr/>
        <p:txBody>
          <a:bodyPr/>
          <a:lstStyle/>
          <a:p>
            <a:fld id="{7E3C215A-CA0B-463C-9D89-24248B22F3D6}" type="slidenum">
              <a:rPr lang="en-US" smtClean="0"/>
              <a:pPr/>
              <a:t>‹#›</a:t>
            </a:fld>
            <a:endParaRPr lang="en-US"/>
          </a:p>
        </p:txBody>
      </p:sp>
      <p:sp>
        <p:nvSpPr>
          <p:cNvPr id="4" name="Title 3"/>
          <p:cNvSpPr>
            <a:spLocks noGrp="1"/>
          </p:cNvSpPr>
          <p:nvPr>
            <p:ph type="title" hasCustomPrompt="1"/>
          </p:nvPr>
        </p:nvSpPr>
        <p:spPr/>
        <p:txBody>
          <a:bodyPr/>
          <a:lstStyle>
            <a:lvl1pPr>
              <a:defRPr/>
            </a:lvl1pPr>
          </a:lstStyle>
          <a:p>
            <a:r>
              <a:rPr lang="en-US"/>
              <a:t>Disclaimer</a:t>
            </a:r>
          </a:p>
        </p:txBody>
      </p:sp>
    </p:spTree>
    <p:extLst>
      <p:ext uri="{BB962C8B-B14F-4D97-AF65-F5344CB8AC3E}">
        <p14:creationId xmlns:p14="http://schemas.microsoft.com/office/powerpoint/2010/main" val="13053414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Cover">
    <p:spTree>
      <p:nvGrpSpPr>
        <p:cNvPr id="1" name=""/>
        <p:cNvGrpSpPr/>
        <p:nvPr/>
      </p:nvGrpSpPr>
      <p:grpSpPr>
        <a:xfrm>
          <a:off x="0" y="0"/>
          <a:ext cx="0" cy="0"/>
          <a:chOff x="0" y="0"/>
          <a:chExt cx="0" cy="0"/>
        </a:xfrm>
      </p:grpSpPr>
      <p:sp>
        <p:nvSpPr>
          <p:cNvPr id="4"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5" name="Picture 4">
            <a:extLst>
              <a:ext uri="{FF2B5EF4-FFF2-40B4-BE49-F238E27FC236}">
                <a16:creationId xmlns:a16="http://schemas.microsoft.com/office/drawing/2014/main" id="{954EA98B-2034-FBFE-BA58-AB6CCEB613CF}"/>
              </a:ext>
            </a:extLst>
          </p:cNvPr>
          <p:cNvPicPr>
            <a:picLocks noChangeAspect="1"/>
          </p:cNvPicPr>
          <p:nvPr userDrawn="1"/>
        </p:nvPicPr>
        <p:blipFill>
          <a:blip r:embed="rId3"/>
          <a:stretch>
            <a:fillRect/>
          </a:stretch>
        </p:blipFill>
        <p:spPr>
          <a:xfrm>
            <a:off x="441259" y="2858349"/>
            <a:ext cx="8261485" cy="1141307"/>
          </a:xfrm>
          <a:prstGeom prst="rect">
            <a:avLst/>
          </a:prstGeom>
        </p:spPr>
      </p:pic>
    </p:spTree>
    <p:extLst>
      <p:ext uri="{BB962C8B-B14F-4D97-AF65-F5344CB8AC3E}">
        <p14:creationId xmlns:p14="http://schemas.microsoft.com/office/powerpoint/2010/main" val="37905175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4F47FC08-B94D-8141-91C4-929A6D91377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37160" indent="-137160" algn="l">
              <a:buFont typeface="Arial" panose="020B0604020202020204" pitchFamily="34" charset="0"/>
              <a:buChar char="•"/>
            </a:pPr>
            <a:endParaRPr lang="en-US" sz="1000">
              <a:solidFill>
                <a:schemeClr val="tx1"/>
              </a:solidFill>
            </a:endParaRPr>
          </a:p>
        </p:txBody>
      </p:sp>
      <p:sp>
        <p:nvSpPr>
          <p:cNvPr id="2" name="Title 1"/>
          <p:cNvSpPr>
            <a:spLocks noGrp="1"/>
          </p:cNvSpPr>
          <p:nvPr>
            <p:ph type="title"/>
          </p:nvPr>
        </p:nvSpPr>
        <p:spPr/>
        <p:txBody>
          <a:bodyPr/>
          <a:lstStyle/>
          <a:p>
            <a:r>
              <a:rPr lang="en-US"/>
              <a:t>Click to edit Master title style</a:t>
            </a:r>
          </a:p>
        </p:txBody>
      </p:sp>
      <p:sp>
        <p:nvSpPr>
          <p:cNvPr id="4" name="Slide Number Placeholder 2">
            <a:extLst>
              <a:ext uri="{FF2B5EF4-FFF2-40B4-BE49-F238E27FC236}">
                <a16:creationId xmlns:a16="http://schemas.microsoft.com/office/drawing/2014/main" id="{10E75578-4183-A5AB-9006-A68DBECA783F}"/>
              </a:ext>
            </a:extLst>
          </p:cNvPr>
          <p:cNvSpPr>
            <a:spLocks noGrp="1"/>
          </p:cNvSpPr>
          <p:nvPr>
            <p:ph type="sldNum" sz="quarter" idx="10"/>
          </p:nvPr>
        </p:nvSpPr>
        <p:spPr>
          <a:xfrm>
            <a:off x="8534400" y="6400800"/>
            <a:ext cx="381000" cy="304800"/>
          </a:xfrm>
        </p:spPr>
        <p:txBody>
          <a:bodyPr/>
          <a:lstStyle/>
          <a:p>
            <a:fld id="{7E3C215A-CA0B-463C-9D89-24248B22F3D6}" type="slidenum">
              <a:rPr lang="en-US" smtClean="0"/>
              <a:pPr/>
              <a:t>‹#›</a:t>
            </a:fld>
            <a:endParaRPr lang="en-US"/>
          </a:p>
        </p:txBody>
      </p:sp>
    </p:spTree>
    <p:extLst>
      <p:ext uri="{BB962C8B-B14F-4D97-AF65-F5344CB8AC3E}">
        <p14:creationId xmlns:p14="http://schemas.microsoft.com/office/powerpoint/2010/main" val="22830818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asic Template">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E9EF34C9-DE93-F4BA-107A-BDDA90E3D840}"/>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37160" indent="-137160" algn="l">
              <a:buFont typeface="Arial" panose="020B0604020202020204" pitchFamily="34" charset="0"/>
              <a:buChar char="•"/>
            </a:pPr>
            <a:endParaRPr lang="en-US" sz="1000" dirty="0">
              <a:solidFill>
                <a:schemeClr val="tx1"/>
              </a:solidFill>
            </a:endParaRPr>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0" indent="0">
              <a:buFont typeface="Arial" panose="020B0604020202020204" pitchFamily="34" charset="0"/>
              <a:buNone/>
              <a:defRPr lang="en-US" sz="1200" b="0" baseline="0" dirty="0" smtClean="0">
                <a:solidFill>
                  <a:schemeClr val="tx1">
                    <a:lumMod val="65000"/>
                    <a:lumOff val="35000"/>
                  </a:schemeClr>
                </a:solidFill>
              </a:defRPr>
            </a:lvl1pPr>
          </a:lstStyle>
          <a:p>
            <a:pPr lvl="0">
              <a:spcBef>
                <a:spcPts val="0"/>
              </a:spcBef>
            </a:pPr>
            <a:r>
              <a:rPr lang="en-US"/>
              <a:t>Slide Message</a:t>
            </a:r>
          </a:p>
        </p:txBody>
      </p:sp>
      <p:sp>
        <p:nvSpPr>
          <p:cNvPr id="25"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3" name="TextBox 2" hidden="1"/>
          <p:cNvSpPr txBox="1"/>
          <p:nvPr userDrawn="1">
            <p:custDataLst>
              <p:tags r:id="rId3"/>
            </p:custDataLst>
          </p:nvPr>
        </p:nvSpPr>
        <p:spPr>
          <a:xfrm>
            <a:off x="5943600" y="990600"/>
            <a:ext cx="2743200" cy="152400"/>
          </a:xfrm>
          <a:prstGeom prst="rect">
            <a:avLst/>
          </a:prstGeom>
        </p:spPr>
        <p:txBody>
          <a:bodyPr vert="horz" lIns="0" tIns="0" rIns="0" bIns="0" rtlCol="0" anchor="b" anchorCtr="0">
            <a:normAutofit/>
          </a:bodyPr>
          <a:lstStyle>
            <a:lvl1pPr lvl="0" indent="0" algn="r">
              <a:spcBef>
                <a:spcPct val="20000"/>
              </a:spcBef>
              <a:buFont typeface="Arial" pitchFamily="34" charset="0"/>
              <a:buNone/>
              <a:defRPr sz="1000" b="1" baseline="0">
                <a:solidFill>
                  <a:schemeClr val="accent1">
                    <a:lumMod val="75000"/>
                  </a:schemeClr>
                </a:solidFill>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sz="1000"/>
              <a:t>Section Title</a:t>
            </a:r>
          </a:p>
        </p:txBody>
      </p:sp>
      <p:sp>
        <p:nvSpPr>
          <p:cNvPr id="5" name="Slide Number Placeholder 4"/>
          <p:cNvSpPr>
            <a:spLocks noGrp="1"/>
          </p:cNvSpPr>
          <p:nvPr>
            <p:ph type="sldNum" sz="quarter" idx="31"/>
          </p:nvPr>
        </p:nvSpPr>
        <p:spPr/>
        <p:txBody>
          <a:bodyPr/>
          <a:lstStyle/>
          <a:p>
            <a:fld id="{7E3C215A-CA0B-463C-9D89-24248B22F3D6}" type="slidenum">
              <a:rPr lang="en-US" smtClean="0"/>
              <a:pPr/>
              <a:t>‹#›</a:t>
            </a:fld>
            <a:endParaRPr lang="en-US"/>
          </a:p>
        </p:txBody>
      </p:sp>
      <p:sp>
        <p:nvSpPr>
          <p:cNvPr id="7" name="Title 6"/>
          <p:cNvSpPr>
            <a:spLocks noGrp="1"/>
          </p:cNvSpPr>
          <p:nvPr>
            <p:ph type="title"/>
          </p:nvPr>
        </p:nvSpPr>
        <p:spPr>
          <a:xfrm>
            <a:off x="228600" y="119730"/>
            <a:ext cx="8686800" cy="557929"/>
          </a:xfrm>
        </p:spPr>
        <p:txBody>
          <a:bodyPr/>
          <a:lstStyle/>
          <a:p>
            <a:r>
              <a:rPr lang="en-US"/>
              <a:t>Click to edit Master title style</a:t>
            </a:r>
          </a:p>
        </p:txBody>
      </p:sp>
      <p:sp>
        <p:nvSpPr>
          <p:cNvPr id="4" name="Text Placeholder 2">
            <a:extLst>
              <a:ext uri="{FF2B5EF4-FFF2-40B4-BE49-F238E27FC236}">
                <a16:creationId xmlns:a16="http://schemas.microsoft.com/office/drawing/2014/main" id="{C3E5BC24-6F6F-7ABA-9A64-1AAB95A79794}"/>
              </a:ext>
            </a:extLst>
          </p:cNvPr>
          <p:cNvSpPr>
            <a:spLocks noGrp="1"/>
          </p:cNvSpPr>
          <p:nvPr>
            <p:ph idx="1"/>
          </p:nvPr>
        </p:nvSpPr>
        <p:spPr>
          <a:xfrm>
            <a:off x="228600" y="1371602"/>
            <a:ext cx="8686800" cy="48767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925022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asic w/ Sub Header">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nvGrpSpPr>
          <p:cNvPr id="27" name="Agenda Level 3" hidden="1"/>
          <p:cNvGrpSpPr/>
          <p:nvPr userDrawn="1"/>
        </p:nvGrpSpPr>
        <p:grpSpPr>
          <a:xfrm>
            <a:off x="1356945" y="2895600"/>
            <a:ext cx="7329856" cy="369332"/>
            <a:chOff x="1356945" y="1998175"/>
            <a:chExt cx="7329856" cy="369332"/>
          </a:xfrm>
        </p:grpSpPr>
        <p:sp>
          <p:nvSpPr>
            <p:cNvPr id="32" name="DH Agenda 2 Topic"/>
            <p:cNvSpPr txBox="1"/>
            <p:nvPr userDrawn="1"/>
          </p:nvSpPr>
          <p:spPr>
            <a:xfrm>
              <a:off x="1356945" y="1998175"/>
              <a:ext cx="6796456" cy="369332"/>
            </a:xfrm>
            <a:prstGeom prst="rect">
              <a:avLst/>
            </a:prstGeom>
            <a:noFill/>
          </p:spPr>
          <p:txBody>
            <a:bodyPr wrap="square" tIns="0" bIns="0" rtlCol="0" anchor="ctr" anchorCtr="0">
              <a:noAutofit/>
            </a:bodyPr>
            <a:lstStyle/>
            <a:p>
              <a:pPr marL="346075" indent="-346075"/>
              <a:r>
                <a:rPr lang="en-US" sz="1800">
                  <a:solidFill>
                    <a:srgbClr val="595959"/>
                  </a:solidFill>
                </a:rPr>
                <a:t>[Topic]</a:t>
              </a:r>
            </a:p>
          </p:txBody>
        </p:sp>
        <p:sp>
          <p:nvSpPr>
            <p:cNvPr id="33" name="DH Agenda 2 Page"/>
            <p:cNvSpPr txBox="1"/>
            <p:nvPr userDrawn="1"/>
          </p:nvSpPr>
          <p:spPr>
            <a:xfrm>
              <a:off x="8153401" y="1998175"/>
              <a:ext cx="533400" cy="369332"/>
            </a:xfrm>
            <a:prstGeom prst="rect">
              <a:avLst/>
            </a:prstGeom>
            <a:noFill/>
          </p:spPr>
          <p:txBody>
            <a:bodyPr wrap="square" lIns="0" tIns="0" bIns="0" rtlCol="0" anchor="ctr" anchorCtr="0">
              <a:noAutofit/>
            </a:bodyPr>
            <a:lstStyle/>
            <a:p>
              <a:pPr algn="r"/>
              <a:r>
                <a:rPr lang="en-US" sz="1800">
                  <a:solidFill>
                    <a:srgbClr val="595959"/>
                  </a:solidFill>
                </a:rPr>
                <a:t>[P]</a:t>
              </a:r>
            </a:p>
          </p:txBody>
        </p:sp>
      </p:grpSp>
      <p:grpSp>
        <p:nvGrpSpPr>
          <p:cNvPr id="31" name="Agenda Level 2 Active" hidden="1"/>
          <p:cNvGrpSpPr/>
          <p:nvPr userDrawn="1"/>
        </p:nvGrpSpPr>
        <p:grpSpPr>
          <a:xfrm>
            <a:off x="905607" y="2443707"/>
            <a:ext cx="7781194" cy="369332"/>
            <a:chOff x="905607" y="2443707"/>
            <a:chExt cx="7781194" cy="369332"/>
          </a:xfrm>
        </p:grpSpPr>
        <p:sp>
          <p:nvSpPr>
            <p:cNvPr id="20" name="DH Agenda 2 Topic Active"/>
            <p:cNvSpPr txBox="1"/>
            <p:nvPr userDrawn="1"/>
          </p:nvSpPr>
          <p:spPr>
            <a:xfrm>
              <a:off x="1356945" y="2443707"/>
              <a:ext cx="6796456" cy="369332"/>
            </a:xfrm>
            <a:prstGeom prst="rect">
              <a:avLst/>
            </a:prstGeom>
            <a:solidFill>
              <a:srgbClr val="DCE6F2"/>
            </a:solidFill>
          </p:spPr>
          <p:txBody>
            <a:bodyPr wrap="square" lIns="91440" tIns="0" rIns="91440" bIns="0" rtlCol="0" anchor="ctr" anchorCtr="0">
              <a:noAutofit/>
            </a:bodyPr>
            <a:lstStyle/>
            <a:p>
              <a:pPr marL="346075" indent="-346075"/>
              <a:r>
                <a:rPr lang="en-US" sz="1800" b="1">
                  <a:solidFill>
                    <a:srgbClr val="595959"/>
                  </a:solidFill>
                </a:rPr>
                <a:t>[Topic]</a:t>
              </a:r>
            </a:p>
          </p:txBody>
        </p:sp>
        <p:sp>
          <p:nvSpPr>
            <p:cNvPr id="21" name="DH Agenda 2 Page Active"/>
            <p:cNvSpPr txBox="1"/>
            <p:nvPr userDrawn="1"/>
          </p:nvSpPr>
          <p:spPr>
            <a:xfrm>
              <a:off x="8153401" y="2443707"/>
              <a:ext cx="533400" cy="369332"/>
            </a:xfrm>
            <a:prstGeom prst="rect">
              <a:avLst/>
            </a:prstGeom>
            <a:solidFill>
              <a:srgbClr val="DCE6F2"/>
            </a:solidFill>
          </p:spPr>
          <p:txBody>
            <a:bodyPr wrap="square" lIns="0" tIns="0" bIns="0" rtlCol="0" anchor="ctr" anchorCtr="0">
              <a:noAutofit/>
            </a:bodyPr>
            <a:lstStyle/>
            <a:p>
              <a:pPr algn="r"/>
              <a:r>
                <a:rPr lang="en-US" sz="1800" b="1">
                  <a:solidFill>
                    <a:srgbClr val="595959"/>
                  </a:solidFill>
                </a:rPr>
                <a:t>[P]</a:t>
              </a:r>
            </a:p>
          </p:txBody>
        </p:sp>
        <p:sp>
          <p:nvSpPr>
            <p:cNvPr id="26" name="DH Agenda 2 Section Active"/>
            <p:cNvSpPr txBox="1"/>
            <p:nvPr userDrawn="1"/>
          </p:nvSpPr>
          <p:spPr>
            <a:xfrm>
              <a:off x="905607" y="2443707"/>
              <a:ext cx="381000" cy="369332"/>
            </a:xfrm>
            <a:prstGeom prst="rect">
              <a:avLst/>
            </a:prstGeom>
            <a:solidFill>
              <a:srgbClr val="376092"/>
            </a:solidFill>
          </p:spPr>
          <p:txBody>
            <a:bodyPr wrap="none" lIns="0" tIns="0" rIns="0" bIns="0" rtlCol="0" anchor="ctr" anchorCtr="0">
              <a:noAutofit/>
            </a:bodyPr>
            <a:lstStyle/>
            <a:p>
              <a:pPr algn="ctr"/>
              <a:r>
                <a:rPr lang="en-US" sz="1800" b="1">
                  <a:solidFill>
                    <a:schemeClr val="bg1"/>
                  </a:solidFill>
                </a:rPr>
                <a:t>[#]</a:t>
              </a:r>
            </a:p>
          </p:txBody>
        </p:sp>
      </p:grpSp>
      <p:grpSp>
        <p:nvGrpSpPr>
          <p:cNvPr id="30" name="Agenda Level 2" hidden="1"/>
          <p:cNvGrpSpPr/>
          <p:nvPr userDrawn="1"/>
        </p:nvGrpSpPr>
        <p:grpSpPr>
          <a:xfrm>
            <a:off x="905607" y="1998175"/>
            <a:ext cx="7781194" cy="369332"/>
            <a:chOff x="905607" y="1998175"/>
            <a:chExt cx="7781194" cy="369332"/>
          </a:xfrm>
        </p:grpSpPr>
        <p:sp>
          <p:nvSpPr>
            <p:cNvPr id="18" name="DH Agenda 2 Topic"/>
            <p:cNvSpPr txBox="1"/>
            <p:nvPr userDrawn="1"/>
          </p:nvSpPr>
          <p:spPr>
            <a:xfrm>
              <a:off x="1356945" y="1998175"/>
              <a:ext cx="6796456" cy="362971"/>
            </a:xfrm>
            <a:prstGeom prst="rect">
              <a:avLst/>
            </a:prstGeom>
            <a:noFill/>
          </p:spPr>
          <p:txBody>
            <a:bodyPr wrap="square" lIns="91440" tIns="0" rIns="91440" bIns="0" rtlCol="0" anchor="ctr" anchorCtr="0">
              <a:noAutofit/>
            </a:bodyPr>
            <a:lstStyle/>
            <a:p>
              <a:pPr marL="346075" indent="-346075"/>
              <a:r>
                <a:rPr lang="en-US" sz="1800">
                  <a:solidFill>
                    <a:srgbClr val="595959"/>
                  </a:solidFill>
                </a:rPr>
                <a:t>[Topic]</a:t>
              </a:r>
            </a:p>
          </p:txBody>
        </p:sp>
        <p:sp>
          <p:nvSpPr>
            <p:cNvPr id="19" name="DH Agenda 2 Page"/>
            <p:cNvSpPr txBox="1"/>
            <p:nvPr userDrawn="1"/>
          </p:nvSpPr>
          <p:spPr>
            <a:xfrm>
              <a:off x="8153401" y="1998175"/>
              <a:ext cx="533400" cy="369332"/>
            </a:xfrm>
            <a:prstGeom prst="rect">
              <a:avLst/>
            </a:prstGeom>
            <a:noFill/>
          </p:spPr>
          <p:txBody>
            <a:bodyPr wrap="square" lIns="0" tIns="0" bIns="0" rtlCol="0" anchor="ctr" anchorCtr="0">
              <a:noAutofit/>
            </a:bodyPr>
            <a:lstStyle/>
            <a:p>
              <a:pPr algn="r"/>
              <a:r>
                <a:rPr lang="en-US" sz="1800">
                  <a:solidFill>
                    <a:srgbClr val="595959"/>
                  </a:solidFill>
                </a:rPr>
                <a:t>[P]</a:t>
              </a:r>
            </a:p>
          </p:txBody>
        </p:sp>
        <p:sp>
          <p:nvSpPr>
            <p:cNvPr id="25" name="DH Agenda 2 Section"/>
            <p:cNvSpPr txBox="1"/>
            <p:nvPr userDrawn="1"/>
          </p:nvSpPr>
          <p:spPr>
            <a:xfrm>
              <a:off x="905607" y="1998175"/>
              <a:ext cx="381000" cy="369332"/>
            </a:xfrm>
            <a:prstGeom prst="rect">
              <a:avLst/>
            </a:prstGeom>
            <a:solidFill>
              <a:srgbClr val="376092"/>
            </a:solidFill>
          </p:spPr>
          <p:txBody>
            <a:bodyPr wrap="none" lIns="0" tIns="0" rIns="0" bIns="0" rtlCol="0" anchor="ctr" anchorCtr="0">
              <a:noAutofit/>
            </a:bodyPr>
            <a:lstStyle/>
            <a:p>
              <a:pPr algn="ctr"/>
              <a:r>
                <a:rPr lang="en-US" sz="1800" b="1">
                  <a:solidFill>
                    <a:schemeClr val="bg1"/>
                  </a:solidFill>
                </a:rPr>
                <a:t>[#]</a:t>
              </a:r>
            </a:p>
          </p:txBody>
        </p:sp>
      </p:grpSp>
      <p:grpSp>
        <p:nvGrpSpPr>
          <p:cNvPr id="29" name="Agenda Level 1 Active" hidden="1"/>
          <p:cNvGrpSpPr/>
          <p:nvPr userDrawn="1"/>
        </p:nvGrpSpPr>
        <p:grpSpPr>
          <a:xfrm>
            <a:off x="454269" y="1550182"/>
            <a:ext cx="8235462" cy="369332"/>
            <a:chOff x="454269" y="1550182"/>
            <a:chExt cx="8235462" cy="369332"/>
          </a:xfrm>
        </p:grpSpPr>
        <p:sp>
          <p:nvSpPr>
            <p:cNvPr id="12" name="DH Agenda 1 Topic Active"/>
            <p:cNvSpPr txBox="1"/>
            <p:nvPr userDrawn="1"/>
          </p:nvSpPr>
          <p:spPr>
            <a:xfrm>
              <a:off x="905607" y="1550182"/>
              <a:ext cx="7253655" cy="369332"/>
            </a:xfrm>
            <a:prstGeom prst="rect">
              <a:avLst/>
            </a:prstGeom>
            <a:solidFill>
              <a:srgbClr val="DCE6F2"/>
            </a:solidFill>
          </p:spPr>
          <p:txBody>
            <a:bodyPr wrap="square" lIns="91440" tIns="0" rIns="91440" bIns="0" rtlCol="0" anchor="ctr" anchorCtr="0">
              <a:noAutofit/>
            </a:bodyPr>
            <a:lstStyle/>
            <a:p>
              <a:r>
                <a:rPr lang="en-US" sz="1800" b="1">
                  <a:solidFill>
                    <a:srgbClr val="595959"/>
                  </a:solidFill>
                </a:rPr>
                <a:t>[Topic]</a:t>
              </a:r>
            </a:p>
          </p:txBody>
        </p:sp>
        <p:sp>
          <p:nvSpPr>
            <p:cNvPr id="13" name="DH Agenda 1 Page Active"/>
            <p:cNvSpPr txBox="1"/>
            <p:nvPr userDrawn="1"/>
          </p:nvSpPr>
          <p:spPr>
            <a:xfrm>
              <a:off x="8156331" y="1550182"/>
              <a:ext cx="533400" cy="369332"/>
            </a:xfrm>
            <a:prstGeom prst="rect">
              <a:avLst/>
            </a:prstGeom>
            <a:solidFill>
              <a:srgbClr val="DCE6F2"/>
            </a:solidFill>
          </p:spPr>
          <p:txBody>
            <a:bodyPr wrap="square" lIns="0" tIns="0" rIns="91440" bIns="0" rtlCol="0" anchor="ctr" anchorCtr="0">
              <a:noAutofit/>
            </a:bodyPr>
            <a:lstStyle/>
            <a:p>
              <a:pPr algn="r"/>
              <a:r>
                <a:rPr lang="en-US" sz="1800" b="1">
                  <a:solidFill>
                    <a:srgbClr val="595959"/>
                  </a:solidFill>
                </a:rPr>
                <a:t>[P]</a:t>
              </a:r>
            </a:p>
          </p:txBody>
        </p:sp>
        <p:sp>
          <p:nvSpPr>
            <p:cNvPr id="22" name="DH Agenda 1 Section Active"/>
            <p:cNvSpPr txBox="1"/>
            <p:nvPr userDrawn="1"/>
          </p:nvSpPr>
          <p:spPr>
            <a:xfrm>
              <a:off x="454269" y="1550182"/>
              <a:ext cx="381000" cy="369332"/>
            </a:xfrm>
            <a:prstGeom prst="rect">
              <a:avLst/>
            </a:prstGeom>
            <a:solidFill>
              <a:srgbClr val="376092"/>
            </a:solidFill>
          </p:spPr>
          <p:txBody>
            <a:bodyPr wrap="none" lIns="0" tIns="0" rIns="0" bIns="0" rtlCol="0" anchor="ctr" anchorCtr="0">
              <a:noAutofit/>
            </a:bodyPr>
            <a:lstStyle/>
            <a:p>
              <a:pPr algn="ctr"/>
              <a:r>
                <a:rPr lang="en-US" sz="1800" b="1">
                  <a:solidFill>
                    <a:schemeClr val="bg1"/>
                  </a:solidFill>
                </a:rPr>
                <a:t>[#]</a:t>
              </a:r>
            </a:p>
          </p:txBody>
        </p:sp>
      </p:grpSp>
      <p:grpSp>
        <p:nvGrpSpPr>
          <p:cNvPr id="28" name="Agenda Level 1" hidden="1"/>
          <p:cNvGrpSpPr/>
          <p:nvPr userDrawn="1"/>
        </p:nvGrpSpPr>
        <p:grpSpPr>
          <a:xfrm>
            <a:off x="451340" y="1107830"/>
            <a:ext cx="8241323" cy="369332"/>
            <a:chOff x="451339" y="1107830"/>
            <a:chExt cx="8241323" cy="369332"/>
          </a:xfrm>
        </p:grpSpPr>
        <p:sp>
          <p:nvSpPr>
            <p:cNvPr id="3" name="DH Agenda 1 Topic"/>
            <p:cNvSpPr txBox="1"/>
            <p:nvPr userDrawn="1"/>
          </p:nvSpPr>
          <p:spPr>
            <a:xfrm>
              <a:off x="908538" y="1107830"/>
              <a:ext cx="7250724" cy="369332"/>
            </a:xfrm>
            <a:prstGeom prst="rect">
              <a:avLst/>
            </a:prstGeom>
            <a:noFill/>
          </p:spPr>
          <p:txBody>
            <a:bodyPr wrap="square" lIns="91440" tIns="0" rIns="91440" bIns="0" rtlCol="0" anchor="ctr" anchorCtr="0">
              <a:noAutofit/>
            </a:bodyPr>
            <a:lstStyle/>
            <a:p>
              <a:r>
                <a:rPr lang="en-US" sz="1800">
                  <a:solidFill>
                    <a:srgbClr val="595959"/>
                  </a:solidFill>
                </a:rPr>
                <a:t>[Topic]</a:t>
              </a:r>
            </a:p>
          </p:txBody>
        </p:sp>
        <p:sp>
          <p:nvSpPr>
            <p:cNvPr id="11" name="DH Agenda 1 Page"/>
            <p:cNvSpPr txBox="1"/>
            <p:nvPr userDrawn="1"/>
          </p:nvSpPr>
          <p:spPr>
            <a:xfrm>
              <a:off x="8229600" y="1107830"/>
              <a:ext cx="463062" cy="369332"/>
            </a:xfrm>
            <a:prstGeom prst="rect">
              <a:avLst/>
            </a:prstGeom>
            <a:noFill/>
          </p:spPr>
          <p:txBody>
            <a:bodyPr wrap="none" lIns="0" tIns="0" rIns="91440" bIns="0" rtlCol="0" anchor="ctr" anchorCtr="0">
              <a:noAutofit/>
            </a:bodyPr>
            <a:lstStyle/>
            <a:p>
              <a:pPr algn="r"/>
              <a:r>
                <a:rPr lang="en-US" sz="1800">
                  <a:solidFill>
                    <a:srgbClr val="595959"/>
                  </a:solidFill>
                </a:rPr>
                <a:t>[P]</a:t>
              </a:r>
            </a:p>
          </p:txBody>
        </p:sp>
        <p:sp>
          <p:nvSpPr>
            <p:cNvPr id="23" name="DH Agenda 1 Section"/>
            <p:cNvSpPr txBox="1"/>
            <p:nvPr userDrawn="1"/>
          </p:nvSpPr>
          <p:spPr>
            <a:xfrm>
              <a:off x="451339" y="1107830"/>
              <a:ext cx="381000" cy="369332"/>
            </a:xfrm>
            <a:prstGeom prst="rect">
              <a:avLst/>
            </a:prstGeom>
            <a:solidFill>
              <a:srgbClr val="376092"/>
            </a:solidFill>
          </p:spPr>
          <p:txBody>
            <a:bodyPr wrap="none" lIns="0" tIns="0" rIns="0" bIns="0" rtlCol="0" anchor="ctr" anchorCtr="0">
              <a:noAutofit/>
            </a:bodyPr>
            <a:lstStyle/>
            <a:p>
              <a:pPr algn="ctr"/>
              <a:r>
                <a:rPr lang="en-US" sz="1800" b="1">
                  <a:solidFill>
                    <a:schemeClr val="bg1"/>
                  </a:solidFill>
                </a:rPr>
                <a:t>[#]</a:t>
              </a:r>
            </a:p>
          </p:txBody>
        </p:sp>
      </p:grpSp>
      <p:sp>
        <p:nvSpPr>
          <p:cNvPr id="34" name="Slide Number Placeholder 33"/>
          <p:cNvSpPr>
            <a:spLocks noGrp="1"/>
          </p:cNvSpPr>
          <p:nvPr>
            <p:ph type="sldNum" sz="quarter" idx="11"/>
          </p:nvPr>
        </p:nvSpPr>
        <p:spPr/>
        <p:txBody>
          <a:bodyPr/>
          <a:lstStyle/>
          <a:p>
            <a:fld id="{7E3C215A-CA0B-463C-9D89-24248B22F3D6}" type="slidenum">
              <a:rPr lang="en-US" smtClean="0"/>
              <a:pPr/>
              <a:t>‹#›</a:t>
            </a:fld>
            <a:endParaRPr lang="en-US"/>
          </a:p>
        </p:txBody>
      </p:sp>
      <p:sp>
        <p:nvSpPr>
          <p:cNvPr id="38" name="Title 37"/>
          <p:cNvSpPr>
            <a:spLocks noGrp="1"/>
          </p:cNvSpPr>
          <p:nvPr>
            <p:ph type="title"/>
          </p:nvPr>
        </p:nvSpPr>
        <p:spPr>
          <a:xfrm>
            <a:off x="228600" y="119730"/>
            <a:ext cx="8686800" cy="283885"/>
          </a:xfrm>
        </p:spPr>
        <p:txBody>
          <a:bodyPr/>
          <a:lstStyle>
            <a:lvl1pPr>
              <a:defRPr sz="2400" b="0"/>
            </a:lvl1pPr>
          </a:lstStyle>
          <a:p>
            <a:r>
              <a:rPr lang="en-US"/>
              <a:t>Click to edit Master title</a:t>
            </a:r>
          </a:p>
        </p:txBody>
      </p:sp>
      <p:sp>
        <p:nvSpPr>
          <p:cNvPr id="9" name="Text Placeholder 2">
            <a:extLst>
              <a:ext uri="{FF2B5EF4-FFF2-40B4-BE49-F238E27FC236}">
                <a16:creationId xmlns:a16="http://schemas.microsoft.com/office/drawing/2014/main" id="{B0A4D64A-C2E6-453E-D6F1-677466DEED5F}"/>
              </a:ext>
            </a:extLst>
          </p:cNvPr>
          <p:cNvSpPr>
            <a:spLocks noGrp="1"/>
          </p:cNvSpPr>
          <p:nvPr>
            <p:ph idx="1"/>
          </p:nvPr>
        </p:nvSpPr>
        <p:spPr>
          <a:xfrm>
            <a:off x="228600" y="824042"/>
            <a:ext cx="8686800" cy="54243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p:txBody>
      </p:sp>
      <p:sp>
        <p:nvSpPr>
          <p:cNvPr id="4" name="_Slide_Message">
            <a:extLst>
              <a:ext uri="{FF2B5EF4-FFF2-40B4-BE49-F238E27FC236}">
                <a16:creationId xmlns:a16="http://schemas.microsoft.com/office/drawing/2014/main" id="{9DEDE1C1-7A40-CCE2-B18B-14A9B4C2921A}"/>
              </a:ext>
            </a:extLst>
          </p:cNvPr>
          <p:cNvSpPr>
            <a:spLocks noGrp="1"/>
          </p:cNvSpPr>
          <p:nvPr>
            <p:ph type="body" sz="quarter" idx="18" hasCustomPrompt="1"/>
          </p:nvPr>
        </p:nvSpPr>
        <p:spPr>
          <a:xfrm>
            <a:off x="228600" y="439948"/>
            <a:ext cx="8686800" cy="283464"/>
          </a:xfrm>
        </p:spPr>
        <p:txBody>
          <a:bodyPr vert="horz" lIns="0" tIns="0" rIns="0" bIns="0" rtlCol="0" anchor="ctr">
            <a:noAutofit/>
          </a:bodyPr>
          <a:lstStyle>
            <a:lvl1pPr marL="0" indent="0">
              <a:buFont typeface="Arial" panose="020B0604020202020204" pitchFamily="34" charset="0"/>
              <a:buNone/>
              <a:defRPr lang="en-US" sz="1400" b="0" baseline="0" dirty="0" smtClean="0">
                <a:solidFill>
                  <a:schemeClr val="tx1"/>
                </a:solidFill>
              </a:defRPr>
            </a:lvl1pPr>
          </a:lstStyle>
          <a:p>
            <a:pPr lvl="0">
              <a:spcBef>
                <a:spcPts val="0"/>
              </a:spcBef>
            </a:pPr>
            <a:r>
              <a:rPr lang="en-US"/>
              <a:t>Click to edit sub-title</a:t>
            </a:r>
          </a:p>
        </p:txBody>
      </p:sp>
    </p:spTree>
    <p:extLst>
      <p:ext uri="{BB962C8B-B14F-4D97-AF65-F5344CB8AC3E}">
        <p14:creationId xmlns:p14="http://schemas.microsoft.com/office/powerpoint/2010/main" val="31597200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ingle Tile_1">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CFDAA246-58E9-112A-0AEA-EA8105D8AAD5}"/>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_Content_Single_With_Title"/>
          <p:cNvSpPr>
            <a:spLocks noGrp="1"/>
          </p:cNvSpPr>
          <p:nvPr>
            <p:ph idx="1" hasCustomPrompt="1"/>
          </p:nvPr>
        </p:nvSpPr>
        <p:spPr>
          <a:xfrm>
            <a:off x="228600" y="1676400"/>
            <a:ext cx="8686800" cy="4572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0" indent="0">
              <a:buFont typeface="Arial" panose="020B0604020202020204" pitchFamily="34" charset="0"/>
              <a:buNone/>
              <a:defRPr lang="en-US" sz="1200" b="0" baseline="0" dirty="0" smtClean="0">
                <a:solidFill>
                  <a:schemeClr val="tx1">
                    <a:lumMod val="65000"/>
                    <a:lumOff val="35000"/>
                  </a:schemeClr>
                </a:solidFill>
              </a:defRPr>
            </a:lvl1pPr>
          </a:lstStyle>
          <a:p>
            <a:pPr lvl="0">
              <a:spcBef>
                <a:spcPts val="0"/>
              </a:spcBef>
            </a:pPr>
            <a:r>
              <a:rPr lang="en-US"/>
              <a:t>Slide Message</a:t>
            </a:r>
          </a:p>
        </p:txBody>
      </p:sp>
      <p:sp>
        <p:nvSpPr>
          <p:cNvPr id="19" name="_Title_Single"/>
          <p:cNvSpPr>
            <a:spLocks noGrp="1"/>
          </p:cNvSpPr>
          <p:nvPr>
            <p:ph type="body" sz="quarter" idx="21" hasCustomPrompt="1"/>
          </p:nvPr>
        </p:nvSpPr>
        <p:spPr>
          <a:xfrm>
            <a:off x="228600" y="1371600"/>
            <a:ext cx="86868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5"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14" name="TextBox 13" hidden="1"/>
          <p:cNvSpPr txBox="1"/>
          <p:nvPr userDrawn="1">
            <p:custDataLst>
              <p:tags r:id="rId3"/>
            </p:custDataLst>
          </p:nvPr>
        </p:nvSpPr>
        <p:spPr>
          <a:xfrm>
            <a:off x="5943600" y="990600"/>
            <a:ext cx="2743200" cy="152400"/>
          </a:xfrm>
          <a:prstGeom prst="rect">
            <a:avLst/>
          </a:prstGeom>
        </p:spPr>
        <p:txBody>
          <a:bodyPr vert="horz" lIns="0" tIns="0" rIns="0" bIns="0" rtlCol="0" anchor="b" anchorCtr="0">
            <a:normAutofit/>
          </a:bodyPr>
          <a:lstStyle>
            <a:lvl1pPr lvl="0" indent="0" algn="r">
              <a:spcBef>
                <a:spcPct val="20000"/>
              </a:spcBef>
              <a:buFont typeface="Arial" pitchFamily="34" charset="0"/>
              <a:buNone/>
              <a:defRPr sz="1000" b="1" baseline="0">
                <a:solidFill>
                  <a:schemeClr val="accent1">
                    <a:lumMod val="75000"/>
                  </a:schemeClr>
                </a:solidFill>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endParaRPr lang="en-US" sz="1000"/>
          </a:p>
        </p:txBody>
      </p:sp>
      <p:sp>
        <p:nvSpPr>
          <p:cNvPr id="5" name="Slide Number Placeholder 4"/>
          <p:cNvSpPr>
            <a:spLocks noGrp="1"/>
          </p:cNvSpPr>
          <p:nvPr>
            <p:ph type="sldNum" sz="quarter" idx="31"/>
          </p:nvPr>
        </p:nvSpPr>
        <p:spPr/>
        <p:txBody>
          <a:bodyPr/>
          <a:lstStyle/>
          <a:p>
            <a:fld id="{7E3C215A-CA0B-463C-9D89-24248B22F3D6}" type="slidenum">
              <a:rPr lang="en-US" smtClean="0"/>
              <a:pPr/>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423897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ingle Tile_2">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9C543AEB-2971-152D-368B-20A92FF4425B}"/>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4" name="Straight Connector 3">
            <a:extLst>
              <a:ext uri="{FF2B5EF4-FFF2-40B4-BE49-F238E27FC236}">
                <a16:creationId xmlns:a16="http://schemas.microsoft.com/office/drawing/2014/main" id="{BE601A6D-486C-33F0-06B4-D0F01D645FD7}"/>
              </a:ext>
            </a:extLst>
          </p:cNvPr>
          <p:cNvCxnSpPr>
            <a:cxnSpLocks/>
          </p:cNvCxnSpPr>
          <p:nvPr userDrawn="1"/>
        </p:nvCxnSpPr>
        <p:spPr>
          <a:xfrm>
            <a:off x="228600" y="1498122"/>
            <a:ext cx="8686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_Content_Single_With_Title"/>
          <p:cNvSpPr>
            <a:spLocks noGrp="1"/>
          </p:cNvSpPr>
          <p:nvPr>
            <p:ph idx="1" hasCustomPrompt="1"/>
          </p:nvPr>
        </p:nvSpPr>
        <p:spPr>
          <a:xfrm>
            <a:off x="228600" y="1676400"/>
            <a:ext cx="8686800" cy="4572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0" indent="0">
              <a:buFont typeface="Arial" panose="020B0604020202020204" pitchFamily="34" charset="0"/>
              <a:buNone/>
              <a:defRPr lang="en-US" sz="1200" b="0" baseline="0" dirty="0" smtClean="0">
                <a:solidFill>
                  <a:schemeClr val="tx1">
                    <a:lumMod val="65000"/>
                    <a:lumOff val="35000"/>
                  </a:schemeClr>
                </a:solidFill>
              </a:defRPr>
            </a:lvl1pPr>
          </a:lstStyle>
          <a:p>
            <a:pPr lvl="0">
              <a:spcBef>
                <a:spcPts val="0"/>
              </a:spcBef>
            </a:pPr>
            <a:r>
              <a:rPr lang="en-US"/>
              <a:t>Slide Message</a:t>
            </a:r>
          </a:p>
        </p:txBody>
      </p:sp>
      <p:sp>
        <p:nvSpPr>
          <p:cNvPr id="19" name="_Title_Single"/>
          <p:cNvSpPr>
            <a:spLocks noGrp="1"/>
          </p:cNvSpPr>
          <p:nvPr>
            <p:ph type="body" sz="quarter" idx="21" hasCustomPrompt="1"/>
          </p:nvPr>
        </p:nvSpPr>
        <p:spPr>
          <a:xfrm>
            <a:off x="3326643" y="1371600"/>
            <a:ext cx="2185916" cy="228600"/>
          </a:xfrm>
          <a:solidFill>
            <a:schemeClr val="bg1"/>
          </a:solidFill>
        </p:spPr>
        <p:txBody>
          <a:bodyPr anchor="ctr" anchorCtr="0">
            <a:noAutofit/>
          </a:bodyPr>
          <a:lstStyle>
            <a:lvl1pPr algn="ctr">
              <a:buNone/>
              <a:defRPr sz="1200" b="1" baseline="0">
                <a:solidFill>
                  <a:schemeClr val="tx1"/>
                </a:solidFill>
              </a:defRPr>
            </a:lvl1pPr>
          </a:lstStyle>
          <a:p>
            <a:pPr lvl="0"/>
            <a:r>
              <a:rPr lang="en-US"/>
              <a:t>Shape Title</a:t>
            </a:r>
          </a:p>
        </p:txBody>
      </p:sp>
      <p:sp>
        <p:nvSpPr>
          <p:cNvPr id="25"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14" name="TextBox 13" hidden="1"/>
          <p:cNvSpPr txBox="1"/>
          <p:nvPr userDrawn="1">
            <p:custDataLst>
              <p:tags r:id="rId3"/>
            </p:custDataLst>
          </p:nvPr>
        </p:nvSpPr>
        <p:spPr>
          <a:xfrm>
            <a:off x="5943600" y="990600"/>
            <a:ext cx="2743200" cy="152400"/>
          </a:xfrm>
          <a:prstGeom prst="rect">
            <a:avLst/>
          </a:prstGeom>
        </p:spPr>
        <p:txBody>
          <a:bodyPr vert="horz" lIns="0" tIns="0" rIns="0" bIns="0" rtlCol="0" anchor="b" anchorCtr="0">
            <a:normAutofit/>
          </a:bodyPr>
          <a:lstStyle>
            <a:lvl1pPr lvl="0" indent="0" algn="r">
              <a:spcBef>
                <a:spcPct val="20000"/>
              </a:spcBef>
              <a:buFont typeface="Arial" pitchFamily="34" charset="0"/>
              <a:buNone/>
              <a:defRPr sz="1000" b="1" baseline="0">
                <a:solidFill>
                  <a:schemeClr val="accent1">
                    <a:lumMod val="75000"/>
                  </a:schemeClr>
                </a:solidFill>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sz="1000"/>
              <a:t>Section Title</a:t>
            </a:r>
          </a:p>
        </p:txBody>
      </p:sp>
      <p:sp>
        <p:nvSpPr>
          <p:cNvPr id="5" name="Slide Number Placeholder 4"/>
          <p:cNvSpPr>
            <a:spLocks noGrp="1"/>
          </p:cNvSpPr>
          <p:nvPr>
            <p:ph type="sldNum" sz="quarter" idx="31"/>
          </p:nvPr>
        </p:nvSpPr>
        <p:spPr/>
        <p:txBody>
          <a:bodyPr/>
          <a:lstStyle/>
          <a:p>
            <a:fld id="{7E3C215A-CA0B-463C-9D89-24248B22F3D6}" type="slidenum">
              <a:rPr lang="en-US" smtClean="0"/>
              <a:pPr/>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6342794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ingle Tile_3">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BE601A6D-486C-33F0-06B4-D0F01D645FD7}"/>
              </a:ext>
            </a:extLst>
          </p:cNvPr>
          <p:cNvCxnSpPr>
            <a:cxnSpLocks/>
          </p:cNvCxnSpPr>
          <p:nvPr userDrawn="1"/>
        </p:nvCxnSpPr>
        <p:spPr>
          <a:xfrm>
            <a:off x="228600" y="1600200"/>
            <a:ext cx="8686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Do not remove" hidden="1">
            <a:extLst>
              <a:ext uri="{FF2B5EF4-FFF2-40B4-BE49-F238E27FC236}">
                <a16:creationId xmlns:a16="http://schemas.microsoft.com/office/drawing/2014/main" id="{2CCAD1C7-7A14-3744-D23E-247913EC74BA}"/>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_Content_Single_With_Title"/>
          <p:cNvSpPr>
            <a:spLocks noGrp="1"/>
          </p:cNvSpPr>
          <p:nvPr>
            <p:ph idx="1" hasCustomPrompt="1"/>
          </p:nvPr>
        </p:nvSpPr>
        <p:spPr>
          <a:xfrm>
            <a:off x="228600" y="1676400"/>
            <a:ext cx="8686800" cy="4572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0" indent="0">
              <a:buFont typeface="Arial" panose="020B0604020202020204" pitchFamily="34" charset="0"/>
              <a:buNone/>
              <a:defRPr lang="en-US" sz="1200" b="0" baseline="0" dirty="0" smtClean="0">
                <a:solidFill>
                  <a:schemeClr val="tx1">
                    <a:lumMod val="65000"/>
                    <a:lumOff val="35000"/>
                  </a:schemeClr>
                </a:solidFill>
              </a:defRPr>
            </a:lvl1pPr>
          </a:lstStyle>
          <a:p>
            <a:pPr lvl="0">
              <a:spcBef>
                <a:spcPts val="0"/>
              </a:spcBef>
            </a:pPr>
            <a:r>
              <a:rPr lang="en-US"/>
              <a:t>Slide Message</a:t>
            </a:r>
          </a:p>
        </p:txBody>
      </p:sp>
      <p:sp>
        <p:nvSpPr>
          <p:cNvPr id="19" name="_Title_Single"/>
          <p:cNvSpPr>
            <a:spLocks noGrp="1"/>
          </p:cNvSpPr>
          <p:nvPr>
            <p:ph type="body" sz="quarter" idx="21" hasCustomPrompt="1"/>
          </p:nvPr>
        </p:nvSpPr>
        <p:spPr>
          <a:xfrm>
            <a:off x="3326643" y="1345722"/>
            <a:ext cx="2185916" cy="228600"/>
          </a:xfrm>
          <a:solidFill>
            <a:schemeClr val="bg1"/>
          </a:solidFill>
        </p:spPr>
        <p:txBody>
          <a:bodyPr anchor="ctr" anchorCtr="0">
            <a:noAutofit/>
          </a:bodyPr>
          <a:lstStyle>
            <a:lvl1pPr algn="ctr">
              <a:buNone/>
              <a:defRPr sz="1200" b="1" baseline="0">
                <a:solidFill>
                  <a:schemeClr val="tx1"/>
                </a:solidFill>
              </a:defRPr>
            </a:lvl1pPr>
          </a:lstStyle>
          <a:p>
            <a:pPr lvl="0"/>
            <a:r>
              <a:rPr lang="en-US"/>
              <a:t>Shape Title</a:t>
            </a:r>
          </a:p>
        </p:txBody>
      </p:sp>
      <p:sp>
        <p:nvSpPr>
          <p:cNvPr id="25"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14" name="TextBox 13" hidden="1"/>
          <p:cNvSpPr txBox="1"/>
          <p:nvPr userDrawn="1">
            <p:custDataLst>
              <p:tags r:id="rId3"/>
            </p:custDataLst>
          </p:nvPr>
        </p:nvSpPr>
        <p:spPr>
          <a:xfrm>
            <a:off x="5943600" y="990600"/>
            <a:ext cx="2743200" cy="152400"/>
          </a:xfrm>
          <a:prstGeom prst="rect">
            <a:avLst/>
          </a:prstGeom>
        </p:spPr>
        <p:txBody>
          <a:bodyPr vert="horz" lIns="0" tIns="0" rIns="0" bIns="0" rtlCol="0" anchor="b" anchorCtr="0">
            <a:normAutofit/>
          </a:bodyPr>
          <a:lstStyle>
            <a:lvl1pPr lvl="0" indent="0" algn="r">
              <a:spcBef>
                <a:spcPct val="20000"/>
              </a:spcBef>
              <a:buFont typeface="Arial" pitchFamily="34" charset="0"/>
              <a:buNone/>
              <a:defRPr sz="1000" b="1" baseline="0">
                <a:solidFill>
                  <a:schemeClr val="accent1">
                    <a:lumMod val="75000"/>
                  </a:schemeClr>
                </a:solidFill>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sz="1000"/>
              <a:t>Section Title</a:t>
            </a:r>
          </a:p>
        </p:txBody>
      </p:sp>
      <p:sp>
        <p:nvSpPr>
          <p:cNvPr id="5" name="Slide Number Placeholder 4"/>
          <p:cNvSpPr>
            <a:spLocks noGrp="1"/>
          </p:cNvSpPr>
          <p:nvPr>
            <p:ph type="sldNum" sz="quarter" idx="31"/>
          </p:nvPr>
        </p:nvSpPr>
        <p:spPr/>
        <p:txBody>
          <a:bodyPr/>
          <a:lstStyle/>
          <a:p>
            <a:fld id="{7E3C215A-CA0B-463C-9D89-24248B22F3D6}" type="slidenum">
              <a:rPr lang="en-US" smtClean="0"/>
              <a:pPr/>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45916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ingle Tile w/ Sub Header">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2CCAD1C7-7A14-3744-D23E-247913EC74BA}"/>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_Content_Single_With_Title"/>
          <p:cNvSpPr>
            <a:spLocks noGrp="1"/>
          </p:cNvSpPr>
          <p:nvPr>
            <p:ph idx="1" hasCustomPrompt="1"/>
          </p:nvPr>
        </p:nvSpPr>
        <p:spPr>
          <a:xfrm>
            <a:off x="228600" y="1676400"/>
            <a:ext cx="8686800" cy="4572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0" indent="0">
              <a:buFont typeface="Arial" panose="020B0604020202020204" pitchFamily="34" charset="0"/>
              <a:buNone/>
              <a:defRPr lang="en-US" sz="1200" b="0" baseline="0" dirty="0" smtClean="0">
                <a:solidFill>
                  <a:schemeClr val="tx1">
                    <a:lumMod val="65000"/>
                    <a:lumOff val="35000"/>
                  </a:schemeClr>
                </a:solidFill>
              </a:defRPr>
            </a:lvl1pPr>
          </a:lstStyle>
          <a:p>
            <a:pPr lvl="0">
              <a:spcBef>
                <a:spcPts val="0"/>
              </a:spcBef>
            </a:pPr>
            <a:r>
              <a:rPr lang="en-US"/>
              <a:t>Slide Message</a:t>
            </a:r>
          </a:p>
        </p:txBody>
      </p:sp>
      <p:sp>
        <p:nvSpPr>
          <p:cNvPr id="19" name="_Title_Single"/>
          <p:cNvSpPr>
            <a:spLocks noGrp="1"/>
          </p:cNvSpPr>
          <p:nvPr>
            <p:ph type="body" sz="quarter" idx="21" hasCustomPrompt="1"/>
          </p:nvPr>
        </p:nvSpPr>
        <p:spPr>
          <a:xfrm>
            <a:off x="228600" y="1371600"/>
            <a:ext cx="86868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5"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14" name="TextBox 13" hidden="1"/>
          <p:cNvSpPr txBox="1"/>
          <p:nvPr userDrawn="1">
            <p:custDataLst>
              <p:tags r:id="rId3"/>
            </p:custDataLst>
          </p:nvPr>
        </p:nvSpPr>
        <p:spPr>
          <a:xfrm>
            <a:off x="5943600" y="990600"/>
            <a:ext cx="2743200" cy="152400"/>
          </a:xfrm>
          <a:prstGeom prst="rect">
            <a:avLst/>
          </a:prstGeom>
        </p:spPr>
        <p:txBody>
          <a:bodyPr vert="horz" lIns="0" tIns="0" rIns="0" bIns="0" rtlCol="0" anchor="b" anchorCtr="0">
            <a:normAutofit/>
          </a:bodyPr>
          <a:lstStyle>
            <a:lvl1pPr lvl="0" indent="0" algn="r">
              <a:spcBef>
                <a:spcPct val="20000"/>
              </a:spcBef>
              <a:buFont typeface="Arial" pitchFamily="34" charset="0"/>
              <a:buNone/>
              <a:defRPr sz="1000" b="1" baseline="0">
                <a:solidFill>
                  <a:schemeClr val="accent1">
                    <a:lumMod val="75000"/>
                  </a:schemeClr>
                </a:solidFill>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sz="1000"/>
              <a:t>Section Title</a:t>
            </a:r>
          </a:p>
        </p:txBody>
      </p:sp>
      <p:sp>
        <p:nvSpPr>
          <p:cNvPr id="5" name="Slide Number Placeholder 4"/>
          <p:cNvSpPr>
            <a:spLocks noGrp="1"/>
          </p:cNvSpPr>
          <p:nvPr>
            <p:ph type="sldNum" sz="quarter" idx="31"/>
          </p:nvPr>
        </p:nvSpPr>
        <p:spPr/>
        <p:txBody>
          <a:bodyPr/>
          <a:lstStyle/>
          <a:p>
            <a:fld id="{7E3C215A-CA0B-463C-9D89-24248B22F3D6}" type="slidenum">
              <a:rPr lang="en-US" smtClean="0"/>
              <a:pPr/>
              <a:t>‹#›</a:t>
            </a:fld>
            <a:endParaRPr lang="en-US"/>
          </a:p>
        </p:txBody>
      </p:sp>
      <p:sp>
        <p:nvSpPr>
          <p:cNvPr id="4" name="Title 37">
            <a:extLst>
              <a:ext uri="{FF2B5EF4-FFF2-40B4-BE49-F238E27FC236}">
                <a16:creationId xmlns:a16="http://schemas.microsoft.com/office/drawing/2014/main" id="{A0E0D871-9087-F166-8EDF-D69B2253E0F1}"/>
              </a:ext>
            </a:extLst>
          </p:cNvPr>
          <p:cNvSpPr>
            <a:spLocks noGrp="1"/>
          </p:cNvSpPr>
          <p:nvPr>
            <p:ph type="title"/>
          </p:nvPr>
        </p:nvSpPr>
        <p:spPr>
          <a:xfrm>
            <a:off x="228600" y="119730"/>
            <a:ext cx="8686800" cy="283885"/>
          </a:xfrm>
        </p:spPr>
        <p:txBody>
          <a:bodyPr/>
          <a:lstStyle>
            <a:lvl1pPr>
              <a:defRPr sz="2400" b="0"/>
            </a:lvl1pPr>
          </a:lstStyle>
          <a:p>
            <a:r>
              <a:rPr lang="en-US"/>
              <a:t>Click to edit Master title</a:t>
            </a:r>
          </a:p>
        </p:txBody>
      </p:sp>
      <p:sp>
        <p:nvSpPr>
          <p:cNvPr id="7" name="Text Placeholder 7">
            <a:extLst>
              <a:ext uri="{FF2B5EF4-FFF2-40B4-BE49-F238E27FC236}">
                <a16:creationId xmlns:a16="http://schemas.microsoft.com/office/drawing/2014/main" id="{F2FA7403-0140-D182-6B5D-B639CBB24E58}"/>
              </a:ext>
            </a:extLst>
          </p:cNvPr>
          <p:cNvSpPr>
            <a:spLocks noGrp="1"/>
          </p:cNvSpPr>
          <p:nvPr>
            <p:ph type="body" sz="quarter" idx="12" hasCustomPrompt="1"/>
          </p:nvPr>
        </p:nvSpPr>
        <p:spPr>
          <a:xfrm>
            <a:off x="228600" y="439948"/>
            <a:ext cx="8686800" cy="283464"/>
          </a:xfrm>
        </p:spPr>
        <p:txBody>
          <a:bodyPr vert="horz" lIns="0" tIns="45720" rIns="91440" bIns="45720" rtlCol="0" anchor="ctr" anchorCtr="0">
            <a:noAutofit/>
          </a:bodyPr>
          <a:lstStyle>
            <a:lvl1pPr>
              <a:defRPr lang="en-US" sz="1400" b="0" smtClean="0">
                <a:solidFill>
                  <a:schemeClr val="tx1"/>
                </a:solidFill>
                <a:ea typeface="+mj-ea"/>
                <a:cs typeface="Arial" panose="020B0604020202020204" pitchFamily="34" charset="0"/>
              </a:defRPr>
            </a:lvl1pPr>
            <a:lvl2pPr>
              <a:defRPr lang="en-US" smtClean="0"/>
            </a:lvl2pPr>
            <a:lvl3pPr>
              <a:defRPr lang="en-US" smtClean="0"/>
            </a:lvl3pPr>
            <a:lvl4pPr>
              <a:defRPr lang="en-US" smtClean="0"/>
            </a:lvl4pPr>
            <a:lvl5pPr>
              <a:defRPr lang="en-US"/>
            </a:lvl5pPr>
          </a:lstStyle>
          <a:p>
            <a:pPr lvl="0">
              <a:spcBef>
                <a:spcPct val="0"/>
              </a:spcBef>
              <a:buNone/>
            </a:pPr>
            <a:r>
              <a:rPr lang="en-US"/>
              <a:t>Click to edit sub-title</a:t>
            </a:r>
          </a:p>
        </p:txBody>
      </p:sp>
    </p:spTree>
    <p:extLst>
      <p:ext uri="{BB962C8B-B14F-4D97-AF65-F5344CB8AC3E}">
        <p14:creationId xmlns:p14="http://schemas.microsoft.com/office/powerpoint/2010/main" val="20884433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eft/Right Tiles">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3DA5CACD-93D0-0DB8-16BA-D321666038EF}"/>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37160" indent="-137160" algn="l">
              <a:buFont typeface="Arial" panose="020B0604020202020204" pitchFamily="34" charset="0"/>
              <a:buChar char="•"/>
            </a:pPr>
            <a:endParaRPr lang="en-US" sz="1000">
              <a:solidFill>
                <a:schemeClr val="tx1"/>
              </a:solidFill>
            </a:endParaRPr>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342900" indent="-342900">
              <a:buNone/>
              <a:defRPr lang="en-US" sz="1200" b="0" baseline="0" dirty="0" smtClean="0">
                <a:solidFill>
                  <a:schemeClr val="tx1">
                    <a:lumMod val="65000"/>
                    <a:lumOff val="35000"/>
                  </a:schemeClr>
                </a:solidFill>
              </a:defRPr>
            </a:lvl1pPr>
          </a:lstStyle>
          <a:p>
            <a:pPr marL="0" lvl="0" indent="0">
              <a:spcBef>
                <a:spcPts val="0"/>
              </a:spcBef>
            </a:pPr>
            <a:r>
              <a:rPr lang="en-US"/>
              <a:t>Slide Message</a:t>
            </a:r>
          </a:p>
        </p:txBody>
      </p:sp>
      <p:sp>
        <p:nvSpPr>
          <p:cNvPr id="17" name="_Title_Half_Left"/>
          <p:cNvSpPr>
            <a:spLocks noGrp="1"/>
          </p:cNvSpPr>
          <p:nvPr>
            <p:ph type="body" sz="quarter" idx="21" hasCustomPrompt="1"/>
          </p:nvPr>
        </p:nvSpPr>
        <p:spPr>
          <a:xfrm>
            <a:off x="228600" y="13716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19" name="_Title_Half_Right"/>
          <p:cNvSpPr>
            <a:spLocks noGrp="1"/>
          </p:cNvSpPr>
          <p:nvPr>
            <p:ph type="body" sz="quarter" idx="22" hasCustomPrompt="1"/>
          </p:nvPr>
        </p:nvSpPr>
        <p:spPr>
          <a:xfrm>
            <a:off x="4648200" y="13716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7"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4" name="Slide Number Placeholder 3"/>
          <p:cNvSpPr>
            <a:spLocks noGrp="1"/>
          </p:cNvSpPr>
          <p:nvPr>
            <p:ph type="sldNum" sz="quarter" idx="31"/>
          </p:nvPr>
        </p:nvSpPr>
        <p:spPr/>
        <p:txBody>
          <a:bodyPr/>
          <a:lstStyle/>
          <a:p>
            <a:fld id="{7E3C215A-CA0B-463C-9D89-24248B22F3D6}" type="slidenum">
              <a:rPr lang="en-US" smtClean="0"/>
              <a:pPr/>
              <a:t>‹#›</a:t>
            </a:fld>
            <a:endParaRPr lang="en-US"/>
          </a:p>
        </p:txBody>
      </p:sp>
      <p:sp>
        <p:nvSpPr>
          <p:cNvPr id="5" name="Title 4"/>
          <p:cNvSpPr>
            <a:spLocks noGrp="1"/>
          </p:cNvSpPr>
          <p:nvPr>
            <p:ph type="title"/>
          </p:nvPr>
        </p:nvSpPr>
        <p:spPr/>
        <p:txBody>
          <a:bodyPr/>
          <a:lstStyle/>
          <a:p>
            <a:r>
              <a:rPr lang="en-US"/>
              <a:t>Click to edit Master title style</a:t>
            </a:r>
          </a:p>
        </p:txBody>
      </p:sp>
      <p:sp>
        <p:nvSpPr>
          <p:cNvPr id="2" name="_Content_Single_With_Title">
            <a:extLst>
              <a:ext uri="{FF2B5EF4-FFF2-40B4-BE49-F238E27FC236}">
                <a16:creationId xmlns:a16="http://schemas.microsoft.com/office/drawing/2014/main" id="{6CBB6F63-E899-5716-2A77-FFF9D54F4932}"/>
              </a:ext>
            </a:extLst>
          </p:cNvPr>
          <p:cNvSpPr>
            <a:spLocks noGrp="1"/>
          </p:cNvSpPr>
          <p:nvPr>
            <p:ph idx="1" hasCustomPrompt="1"/>
          </p:nvPr>
        </p:nvSpPr>
        <p:spPr>
          <a:xfrm>
            <a:off x="228600" y="1676400"/>
            <a:ext cx="4267200" cy="4572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6" name="_Content_Single_With_Title">
            <a:extLst>
              <a:ext uri="{FF2B5EF4-FFF2-40B4-BE49-F238E27FC236}">
                <a16:creationId xmlns:a16="http://schemas.microsoft.com/office/drawing/2014/main" id="{DA89E833-3BC6-46DE-BC67-2AB2CF3570F7}"/>
              </a:ext>
            </a:extLst>
          </p:cNvPr>
          <p:cNvSpPr>
            <a:spLocks noGrp="1"/>
          </p:cNvSpPr>
          <p:nvPr>
            <p:ph idx="32" hasCustomPrompt="1"/>
          </p:nvPr>
        </p:nvSpPr>
        <p:spPr>
          <a:xfrm>
            <a:off x="4648200" y="1676400"/>
            <a:ext cx="4267200" cy="4572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96327535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eft/Right Tiles_2">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6D0F6BEC-3288-2541-9733-D08FAD22D909}"/>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342900" indent="-342900">
              <a:buNone/>
              <a:defRPr lang="en-US" sz="1200" b="0" baseline="0" dirty="0" smtClean="0">
                <a:solidFill>
                  <a:schemeClr val="tx1">
                    <a:lumMod val="65000"/>
                    <a:lumOff val="35000"/>
                  </a:schemeClr>
                </a:solidFill>
              </a:defRPr>
            </a:lvl1pPr>
          </a:lstStyle>
          <a:p>
            <a:pPr marL="0" lvl="0" indent="0">
              <a:spcBef>
                <a:spcPts val="0"/>
              </a:spcBef>
            </a:pPr>
            <a:r>
              <a:rPr lang="en-US"/>
              <a:t>Slide Message</a:t>
            </a:r>
          </a:p>
        </p:txBody>
      </p:sp>
      <p:sp>
        <p:nvSpPr>
          <p:cNvPr id="19" name="_Title_Half_Right"/>
          <p:cNvSpPr>
            <a:spLocks noGrp="1"/>
          </p:cNvSpPr>
          <p:nvPr>
            <p:ph type="body" sz="quarter" idx="22" hasCustomPrompt="1"/>
          </p:nvPr>
        </p:nvSpPr>
        <p:spPr>
          <a:xfrm>
            <a:off x="4648200" y="13716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7"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4" name="Slide Number Placeholder 3"/>
          <p:cNvSpPr>
            <a:spLocks noGrp="1"/>
          </p:cNvSpPr>
          <p:nvPr>
            <p:ph type="sldNum" sz="quarter" idx="31"/>
          </p:nvPr>
        </p:nvSpPr>
        <p:spPr/>
        <p:txBody>
          <a:bodyPr/>
          <a:lstStyle/>
          <a:p>
            <a:fld id="{7E3C215A-CA0B-463C-9D89-24248B22F3D6}" type="slidenum">
              <a:rPr lang="en-US" smtClean="0"/>
              <a:pPr/>
              <a:t>‹#›</a:t>
            </a:fld>
            <a:endParaRPr lang="en-US"/>
          </a:p>
        </p:txBody>
      </p:sp>
      <p:sp>
        <p:nvSpPr>
          <p:cNvPr id="5" name="Title 4"/>
          <p:cNvSpPr>
            <a:spLocks noGrp="1"/>
          </p:cNvSpPr>
          <p:nvPr>
            <p:ph type="title"/>
          </p:nvPr>
        </p:nvSpPr>
        <p:spPr/>
        <p:txBody>
          <a:bodyPr/>
          <a:lstStyle/>
          <a:p>
            <a:r>
              <a:rPr lang="en-US"/>
              <a:t>Click to edit Master title style</a:t>
            </a:r>
          </a:p>
        </p:txBody>
      </p:sp>
      <p:sp>
        <p:nvSpPr>
          <p:cNvPr id="6" name="_Content_Single_With_Title">
            <a:extLst>
              <a:ext uri="{FF2B5EF4-FFF2-40B4-BE49-F238E27FC236}">
                <a16:creationId xmlns:a16="http://schemas.microsoft.com/office/drawing/2014/main" id="{DA89E833-3BC6-46DE-BC67-2AB2CF3570F7}"/>
              </a:ext>
            </a:extLst>
          </p:cNvPr>
          <p:cNvSpPr>
            <a:spLocks noGrp="1"/>
          </p:cNvSpPr>
          <p:nvPr>
            <p:ph idx="32" hasCustomPrompt="1"/>
          </p:nvPr>
        </p:nvSpPr>
        <p:spPr>
          <a:xfrm>
            <a:off x="4648200" y="1676400"/>
            <a:ext cx="4267200" cy="4572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1" name="_Title_Half_Left">
            <a:extLst>
              <a:ext uri="{FF2B5EF4-FFF2-40B4-BE49-F238E27FC236}">
                <a16:creationId xmlns:a16="http://schemas.microsoft.com/office/drawing/2014/main" id="{6E2D3830-251E-290F-E8B7-562C58116C91}"/>
              </a:ext>
            </a:extLst>
          </p:cNvPr>
          <p:cNvSpPr>
            <a:spLocks noGrp="1"/>
          </p:cNvSpPr>
          <p:nvPr>
            <p:ph type="body" sz="quarter" idx="33" hasCustomPrompt="1"/>
          </p:nvPr>
        </p:nvSpPr>
        <p:spPr>
          <a:xfrm>
            <a:off x="228600" y="13716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12" name="_Title_Half_Left">
            <a:extLst>
              <a:ext uri="{FF2B5EF4-FFF2-40B4-BE49-F238E27FC236}">
                <a16:creationId xmlns:a16="http://schemas.microsoft.com/office/drawing/2014/main" id="{1CFB25B2-904C-A299-3964-8F3BAC0EC491}"/>
              </a:ext>
            </a:extLst>
          </p:cNvPr>
          <p:cNvSpPr>
            <a:spLocks noGrp="1"/>
          </p:cNvSpPr>
          <p:nvPr>
            <p:ph type="body" sz="quarter" idx="34" hasCustomPrompt="1"/>
          </p:nvPr>
        </p:nvSpPr>
        <p:spPr>
          <a:xfrm>
            <a:off x="228600" y="384307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13" name="_Content_Single_With_Title">
            <a:extLst>
              <a:ext uri="{FF2B5EF4-FFF2-40B4-BE49-F238E27FC236}">
                <a16:creationId xmlns:a16="http://schemas.microsoft.com/office/drawing/2014/main" id="{49529D4E-9FF0-EC35-1945-E0F90BB5EEFD}"/>
              </a:ext>
            </a:extLst>
          </p:cNvPr>
          <p:cNvSpPr>
            <a:spLocks noGrp="1"/>
          </p:cNvSpPr>
          <p:nvPr>
            <p:ph idx="1" hasCustomPrompt="1"/>
          </p:nvPr>
        </p:nvSpPr>
        <p:spPr>
          <a:xfrm>
            <a:off x="228600" y="1667774"/>
            <a:ext cx="4267200" cy="210312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4" name="_Content_Single_With_Title">
            <a:extLst>
              <a:ext uri="{FF2B5EF4-FFF2-40B4-BE49-F238E27FC236}">
                <a16:creationId xmlns:a16="http://schemas.microsoft.com/office/drawing/2014/main" id="{880E29FA-A6C4-DDF6-B7CE-177A294E7DD3}"/>
              </a:ext>
            </a:extLst>
          </p:cNvPr>
          <p:cNvSpPr>
            <a:spLocks noGrp="1"/>
          </p:cNvSpPr>
          <p:nvPr>
            <p:ph idx="36" hasCustomPrompt="1"/>
          </p:nvPr>
        </p:nvSpPr>
        <p:spPr>
          <a:xfrm>
            <a:off x="228600" y="4146071"/>
            <a:ext cx="4267200" cy="210312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8230844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op/Bottom Tiles">
    <p:spTree>
      <p:nvGrpSpPr>
        <p:cNvPr id="1" name=""/>
        <p:cNvGrpSpPr/>
        <p:nvPr/>
      </p:nvGrpSpPr>
      <p:grpSpPr>
        <a:xfrm>
          <a:off x="0" y="0"/>
          <a:ext cx="0" cy="0"/>
          <a:chOff x="0" y="0"/>
          <a:chExt cx="0" cy="0"/>
        </a:xfrm>
      </p:grpSpPr>
      <p:sp>
        <p:nvSpPr>
          <p:cNvPr id="9" name="Do not remove" hidden="1">
            <a:extLst>
              <a:ext uri="{FF2B5EF4-FFF2-40B4-BE49-F238E27FC236}">
                <a16:creationId xmlns:a16="http://schemas.microsoft.com/office/drawing/2014/main" id="{E5B59651-3576-4464-B9D9-C8FA0E3C6A2D}"/>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342900" indent="-342900">
              <a:buNone/>
              <a:defRPr lang="en-US" sz="1200" b="0" baseline="0" dirty="0" smtClean="0">
                <a:solidFill>
                  <a:schemeClr val="tx1">
                    <a:lumMod val="65000"/>
                    <a:lumOff val="35000"/>
                  </a:schemeClr>
                </a:solidFill>
              </a:defRPr>
            </a:lvl1pPr>
          </a:lstStyle>
          <a:p>
            <a:pPr marL="0" lvl="0" indent="0">
              <a:spcBef>
                <a:spcPts val="0"/>
              </a:spcBef>
            </a:pPr>
            <a:r>
              <a:rPr lang="en-US"/>
              <a:t>Slide Message</a:t>
            </a:r>
          </a:p>
        </p:txBody>
      </p:sp>
      <p:sp>
        <p:nvSpPr>
          <p:cNvPr id="19" name="_Title_Half_Top"/>
          <p:cNvSpPr>
            <a:spLocks noGrp="1"/>
          </p:cNvSpPr>
          <p:nvPr>
            <p:ph type="body" sz="quarter" idx="21" hasCustomPrompt="1"/>
          </p:nvPr>
        </p:nvSpPr>
        <p:spPr>
          <a:xfrm>
            <a:off x="228600" y="1371600"/>
            <a:ext cx="86868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0" name="_Title_Half_Bottom"/>
          <p:cNvSpPr>
            <a:spLocks noGrp="1"/>
          </p:cNvSpPr>
          <p:nvPr>
            <p:ph type="body" sz="quarter" idx="22" hasCustomPrompt="1"/>
          </p:nvPr>
        </p:nvSpPr>
        <p:spPr>
          <a:xfrm>
            <a:off x="228600" y="3830127"/>
            <a:ext cx="86868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9"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4" name="Slide Number Placeholder 3"/>
          <p:cNvSpPr>
            <a:spLocks noGrp="1"/>
          </p:cNvSpPr>
          <p:nvPr>
            <p:ph type="sldNum" sz="quarter" idx="31"/>
          </p:nvPr>
        </p:nvSpPr>
        <p:spPr/>
        <p:txBody>
          <a:bodyPr/>
          <a:lstStyle/>
          <a:p>
            <a:fld id="{7E3C215A-CA0B-463C-9D89-24248B22F3D6}" type="slidenum">
              <a:rPr lang="en-US" smtClean="0"/>
              <a:pPr/>
              <a:t>‹#›</a:t>
            </a:fld>
            <a:endParaRPr lang="en-US"/>
          </a:p>
        </p:txBody>
      </p:sp>
      <p:sp>
        <p:nvSpPr>
          <p:cNvPr id="5" name="Title 4"/>
          <p:cNvSpPr>
            <a:spLocks noGrp="1"/>
          </p:cNvSpPr>
          <p:nvPr>
            <p:ph type="title"/>
          </p:nvPr>
        </p:nvSpPr>
        <p:spPr/>
        <p:txBody>
          <a:bodyPr/>
          <a:lstStyle/>
          <a:p>
            <a:r>
              <a:rPr lang="en-US"/>
              <a:t>Click to edit Master title style</a:t>
            </a:r>
          </a:p>
        </p:txBody>
      </p:sp>
      <p:sp>
        <p:nvSpPr>
          <p:cNvPr id="2" name="_Content_Single_With_Title">
            <a:extLst>
              <a:ext uri="{FF2B5EF4-FFF2-40B4-BE49-F238E27FC236}">
                <a16:creationId xmlns:a16="http://schemas.microsoft.com/office/drawing/2014/main" id="{FB2DE87B-7F21-03EE-E85E-423CABBAC9BA}"/>
              </a:ext>
            </a:extLst>
          </p:cNvPr>
          <p:cNvSpPr>
            <a:spLocks noGrp="1"/>
          </p:cNvSpPr>
          <p:nvPr>
            <p:ph idx="32" hasCustomPrompt="1"/>
          </p:nvPr>
        </p:nvSpPr>
        <p:spPr>
          <a:xfrm>
            <a:off x="228600" y="4157930"/>
            <a:ext cx="8686800" cy="20574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6" name="_Content_Single_With_Title">
            <a:extLst>
              <a:ext uri="{FF2B5EF4-FFF2-40B4-BE49-F238E27FC236}">
                <a16:creationId xmlns:a16="http://schemas.microsoft.com/office/drawing/2014/main" id="{056882B7-D2FF-1929-87E3-2C2C835D9FC4}"/>
              </a:ext>
            </a:extLst>
          </p:cNvPr>
          <p:cNvSpPr>
            <a:spLocks noGrp="1"/>
          </p:cNvSpPr>
          <p:nvPr>
            <p:ph idx="33" hasCustomPrompt="1"/>
          </p:nvPr>
        </p:nvSpPr>
        <p:spPr>
          <a:xfrm>
            <a:off x="228600" y="1685026"/>
            <a:ext cx="8686800" cy="20574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18182043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op/Bottom Tiles_2">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C45601BB-4A84-2EDD-6519-8FF816E56E03}"/>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_Title_Half_Top"/>
          <p:cNvSpPr>
            <a:spLocks noGrp="1"/>
          </p:cNvSpPr>
          <p:nvPr>
            <p:ph type="body" sz="quarter" idx="21" hasCustomPrompt="1"/>
          </p:nvPr>
        </p:nvSpPr>
        <p:spPr>
          <a:xfrm>
            <a:off x="228600" y="838200"/>
            <a:ext cx="86868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0" name="_Title_Half_Bottom"/>
          <p:cNvSpPr>
            <a:spLocks noGrp="1"/>
          </p:cNvSpPr>
          <p:nvPr>
            <p:ph type="body" sz="quarter" idx="22" hasCustomPrompt="1"/>
          </p:nvPr>
        </p:nvSpPr>
        <p:spPr>
          <a:xfrm>
            <a:off x="228600" y="3558397"/>
            <a:ext cx="86868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9"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4" name="Slide Number Placeholder 3"/>
          <p:cNvSpPr>
            <a:spLocks noGrp="1"/>
          </p:cNvSpPr>
          <p:nvPr>
            <p:ph type="sldNum" sz="quarter" idx="31"/>
          </p:nvPr>
        </p:nvSpPr>
        <p:spPr/>
        <p:txBody>
          <a:bodyPr/>
          <a:lstStyle/>
          <a:p>
            <a:fld id="{7E3C215A-CA0B-463C-9D89-24248B22F3D6}" type="slidenum">
              <a:rPr lang="en-US" smtClean="0"/>
              <a:pPr/>
              <a:t>‹#›</a:t>
            </a:fld>
            <a:endParaRPr lang="en-US"/>
          </a:p>
        </p:txBody>
      </p:sp>
      <p:sp>
        <p:nvSpPr>
          <p:cNvPr id="5" name="Title 4"/>
          <p:cNvSpPr>
            <a:spLocks noGrp="1"/>
          </p:cNvSpPr>
          <p:nvPr>
            <p:ph type="title"/>
          </p:nvPr>
        </p:nvSpPr>
        <p:spPr/>
        <p:txBody>
          <a:bodyPr/>
          <a:lstStyle/>
          <a:p>
            <a:r>
              <a:rPr lang="en-US"/>
              <a:t>Click to edit Master title style</a:t>
            </a:r>
          </a:p>
        </p:txBody>
      </p:sp>
      <p:sp>
        <p:nvSpPr>
          <p:cNvPr id="2" name="_Content_Single_With_Title">
            <a:extLst>
              <a:ext uri="{FF2B5EF4-FFF2-40B4-BE49-F238E27FC236}">
                <a16:creationId xmlns:a16="http://schemas.microsoft.com/office/drawing/2014/main" id="{FB2DE87B-7F21-03EE-E85E-423CABBAC9BA}"/>
              </a:ext>
            </a:extLst>
          </p:cNvPr>
          <p:cNvSpPr>
            <a:spLocks noGrp="1"/>
          </p:cNvSpPr>
          <p:nvPr>
            <p:ph idx="32" hasCustomPrompt="1"/>
          </p:nvPr>
        </p:nvSpPr>
        <p:spPr>
          <a:xfrm>
            <a:off x="228600" y="3886200"/>
            <a:ext cx="8686800" cy="2286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6" name="_Content_Single_With_Title">
            <a:extLst>
              <a:ext uri="{FF2B5EF4-FFF2-40B4-BE49-F238E27FC236}">
                <a16:creationId xmlns:a16="http://schemas.microsoft.com/office/drawing/2014/main" id="{056882B7-D2FF-1929-87E3-2C2C835D9FC4}"/>
              </a:ext>
            </a:extLst>
          </p:cNvPr>
          <p:cNvSpPr>
            <a:spLocks noGrp="1"/>
          </p:cNvSpPr>
          <p:nvPr>
            <p:ph idx="33" hasCustomPrompt="1"/>
          </p:nvPr>
        </p:nvSpPr>
        <p:spPr>
          <a:xfrm>
            <a:off x="228600" y="1143000"/>
            <a:ext cx="8686800" cy="2286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38399985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eft/Center/Right Tiles">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EF30A1B2-73B4-0BDD-B8DD-FDFB7D3E2AF3}"/>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342900" indent="-342900">
              <a:buNone/>
              <a:defRPr lang="en-US" sz="1200" b="0" baseline="0" dirty="0" smtClean="0">
                <a:solidFill>
                  <a:schemeClr val="tx1">
                    <a:lumMod val="65000"/>
                    <a:lumOff val="35000"/>
                  </a:schemeClr>
                </a:solidFill>
              </a:defRPr>
            </a:lvl1pPr>
          </a:lstStyle>
          <a:p>
            <a:pPr marL="0" lvl="0" indent="0">
              <a:spcBef>
                <a:spcPts val="0"/>
              </a:spcBef>
            </a:pPr>
            <a:r>
              <a:rPr lang="en-US"/>
              <a:t>Slide Message</a:t>
            </a:r>
          </a:p>
        </p:txBody>
      </p:sp>
      <p:sp>
        <p:nvSpPr>
          <p:cNvPr id="17" name="_Title_Third_Left"/>
          <p:cNvSpPr>
            <a:spLocks noGrp="1"/>
          </p:cNvSpPr>
          <p:nvPr>
            <p:ph type="body" sz="quarter" idx="23" hasCustomPrompt="1"/>
          </p:nvPr>
        </p:nvSpPr>
        <p:spPr>
          <a:xfrm>
            <a:off x="228599" y="1378788"/>
            <a:ext cx="2825496"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2" name="_Title_Third_Right"/>
          <p:cNvSpPr>
            <a:spLocks noGrp="1"/>
          </p:cNvSpPr>
          <p:nvPr>
            <p:ph type="body" sz="quarter" idx="24" hasCustomPrompt="1"/>
          </p:nvPr>
        </p:nvSpPr>
        <p:spPr>
          <a:xfrm>
            <a:off x="6089904" y="1378788"/>
            <a:ext cx="2825496"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5" name="_Title_Third_Center"/>
          <p:cNvSpPr>
            <a:spLocks noGrp="1"/>
          </p:cNvSpPr>
          <p:nvPr>
            <p:ph type="body" sz="quarter" idx="25" hasCustomPrompt="1"/>
          </p:nvPr>
        </p:nvSpPr>
        <p:spPr>
          <a:xfrm>
            <a:off x="3159251" y="1378788"/>
            <a:ext cx="2825496"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32"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4" name="Slide Number Placeholder 3"/>
          <p:cNvSpPr>
            <a:spLocks noGrp="1"/>
          </p:cNvSpPr>
          <p:nvPr>
            <p:ph type="sldNum" sz="quarter" idx="31"/>
          </p:nvPr>
        </p:nvSpPr>
        <p:spPr/>
        <p:txBody>
          <a:bodyPr/>
          <a:lstStyle/>
          <a:p>
            <a:fld id="{7E3C215A-CA0B-463C-9D89-24248B22F3D6}" type="slidenum">
              <a:rPr lang="en-US" smtClean="0"/>
              <a:pPr/>
              <a:t>‹#›</a:t>
            </a:fld>
            <a:endParaRPr lang="en-US"/>
          </a:p>
        </p:txBody>
      </p:sp>
      <p:sp>
        <p:nvSpPr>
          <p:cNvPr id="5" name="Title 4"/>
          <p:cNvSpPr>
            <a:spLocks noGrp="1"/>
          </p:cNvSpPr>
          <p:nvPr>
            <p:ph type="title"/>
          </p:nvPr>
        </p:nvSpPr>
        <p:spPr/>
        <p:txBody>
          <a:bodyPr/>
          <a:lstStyle/>
          <a:p>
            <a:r>
              <a:rPr lang="en-US"/>
              <a:t>Click to edit Master title style</a:t>
            </a:r>
          </a:p>
        </p:txBody>
      </p:sp>
      <p:sp>
        <p:nvSpPr>
          <p:cNvPr id="2" name="_Content_Single_With_Title">
            <a:extLst>
              <a:ext uri="{FF2B5EF4-FFF2-40B4-BE49-F238E27FC236}">
                <a16:creationId xmlns:a16="http://schemas.microsoft.com/office/drawing/2014/main" id="{8E95662A-5F16-5025-FAE5-507DA36CCC7F}"/>
              </a:ext>
            </a:extLst>
          </p:cNvPr>
          <p:cNvSpPr>
            <a:spLocks noGrp="1"/>
          </p:cNvSpPr>
          <p:nvPr>
            <p:ph idx="1" hasCustomPrompt="1"/>
          </p:nvPr>
        </p:nvSpPr>
        <p:spPr>
          <a:xfrm>
            <a:off x="228601" y="1676400"/>
            <a:ext cx="2825495" cy="4572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6" name="_Content_Single_With_Title">
            <a:extLst>
              <a:ext uri="{FF2B5EF4-FFF2-40B4-BE49-F238E27FC236}">
                <a16:creationId xmlns:a16="http://schemas.microsoft.com/office/drawing/2014/main" id="{AF163129-573B-1666-9BE3-D86B7D3118AE}"/>
              </a:ext>
            </a:extLst>
          </p:cNvPr>
          <p:cNvSpPr>
            <a:spLocks noGrp="1"/>
          </p:cNvSpPr>
          <p:nvPr>
            <p:ph idx="32" hasCustomPrompt="1"/>
          </p:nvPr>
        </p:nvSpPr>
        <p:spPr>
          <a:xfrm>
            <a:off x="3159253" y="1676400"/>
            <a:ext cx="2825495" cy="4572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7" name="_Content_Single_With_Title">
            <a:extLst>
              <a:ext uri="{FF2B5EF4-FFF2-40B4-BE49-F238E27FC236}">
                <a16:creationId xmlns:a16="http://schemas.microsoft.com/office/drawing/2014/main" id="{1E080FDC-F3D9-85D6-8897-0026A17BA40F}"/>
              </a:ext>
            </a:extLst>
          </p:cNvPr>
          <p:cNvSpPr>
            <a:spLocks noGrp="1"/>
          </p:cNvSpPr>
          <p:nvPr>
            <p:ph idx="33" hasCustomPrompt="1"/>
          </p:nvPr>
        </p:nvSpPr>
        <p:spPr>
          <a:xfrm>
            <a:off x="6089906" y="1676400"/>
            <a:ext cx="2825495" cy="457200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401772611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op/Middle/Bottom Tiles">
    <p:spTree>
      <p:nvGrpSpPr>
        <p:cNvPr id="1" name=""/>
        <p:cNvGrpSpPr/>
        <p:nvPr/>
      </p:nvGrpSpPr>
      <p:grpSpPr>
        <a:xfrm>
          <a:off x="0" y="0"/>
          <a:ext cx="0" cy="0"/>
          <a:chOff x="0" y="0"/>
          <a:chExt cx="0" cy="0"/>
        </a:xfrm>
      </p:grpSpPr>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342900" indent="-342900">
              <a:buNone/>
              <a:defRPr lang="en-US" sz="1200" b="0" baseline="0" dirty="0" smtClean="0">
                <a:solidFill>
                  <a:schemeClr val="tx1">
                    <a:lumMod val="65000"/>
                    <a:lumOff val="35000"/>
                  </a:schemeClr>
                </a:solidFill>
              </a:defRPr>
            </a:lvl1pPr>
          </a:lstStyle>
          <a:p>
            <a:pPr marL="0" lvl="0" indent="0">
              <a:spcBef>
                <a:spcPts val="0"/>
              </a:spcBef>
            </a:pPr>
            <a:r>
              <a:rPr lang="en-US"/>
              <a:t>Slide Message</a:t>
            </a:r>
          </a:p>
        </p:txBody>
      </p:sp>
      <p:sp>
        <p:nvSpPr>
          <p:cNvPr id="19" name="_Title_Third_Top"/>
          <p:cNvSpPr>
            <a:spLocks noGrp="1"/>
          </p:cNvSpPr>
          <p:nvPr>
            <p:ph type="body" sz="quarter" idx="21" hasCustomPrompt="1"/>
          </p:nvPr>
        </p:nvSpPr>
        <p:spPr>
          <a:xfrm>
            <a:off x="228600" y="1371600"/>
            <a:ext cx="86868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0" name="_Title_Third_Middle"/>
          <p:cNvSpPr>
            <a:spLocks noGrp="1"/>
          </p:cNvSpPr>
          <p:nvPr>
            <p:ph type="body" sz="quarter" idx="22" hasCustomPrompt="1"/>
          </p:nvPr>
        </p:nvSpPr>
        <p:spPr>
          <a:xfrm>
            <a:off x="228600" y="3009900"/>
            <a:ext cx="86868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2" name="_Title_Third_Bottom"/>
          <p:cNvSpPr>
            <a:spLocks noGrp="1"/>
          </p:cNvSpPr>
          <p:nvPr>
            <p:ph type="body" sz="quarter" idx="24" hasCustomPrompt="1"/>
          </p:nvPr>
        </p:nvSpPr>
        <p:spPr>
          <a:xfrm>
            <a:off x="228600" y="4648200"/>
            <a:ext cx="86868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31" name="Text Placeholder 6"/>
          <p:cNvSpPr>
            <a:spLocks noGrp="1"/>
          </p:cNvSpPr>
          <p:nvPr>
            <p:ph type="body" sz="quarter" idx="30" hasCustomPrompt="1"/>
            <p:custDataLst>
              <p:tags r:id="rId1"/>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4" name="Slide Number Placeholder 3"/>
          <p:cNvSpPr>
            <a:spLocks noGrp="1"/>
          </p:cNvSpPr>
          <p:nvPr>
            <p:ph type="sldNum" sz="quarter" idx="31"/>
          </p:nvPr>
        </p:nvSpPr>
        <p:spPr/>
        <p:txBody>
          <a:bodyPr/>
          <a:lstStyle/>
          <a:p>
            <a:fld id="{7E3C215A-CA0B-463C-9D89-24248B22F3D6}" type="slidenum">
              <a:rPr lang="en-US" smtClean="0"/>
              <a:pPr/>
              <a:t>‹#›</a:t>
            </a:fld>
            <a:endParaRPr lang="en-US"/>
          </a:p>
        </p:txBody>
      </p:sp>
      <p:sp>
        <p:nvSpPr>
          <p:cNvPr id="5" name="Title 4"/>
          <p:cNvSpPr>
            <a:spLocks noGrp="1"/>
          </p:cNvSpPr>
          <p:nvPr>
            <p:ph type="title"/>
          </p:nvPr>
        </p:nvSpPr>
        <p:spPr/>
        <p:txBody>
          <a:bodyPr/>
          <a:lstStyle/>
          <a:p>
            <a:r>
              <a:rPr lang="en-US"/>
              <a:t>Click to edit Master title style</a:t>
            </a:r>
          </a:p>
        </p:txBody>
      </p:sp>
      <p:sp>
        <p:nvSpPr>
          <p:cNvPr id="2" name="_Content_Single_With_Title">
            <a:extLst>
              <a:ext uri="{FF2B5EF4-FFF2-40B4-BE49-F238E27FC236}">
                <a16:creationId xmlns:a16="http://schemas.microsoft.com/office/drawing/2014/main" id="{C4B51816-876D-CE26-6491-37B8F884B485}"/>
              </a:ext>
            </a:extLst>
          </p:cNvPr>
          <p:cNvSpPr>
            <a:spLocks noGrp="1"/>
          </p:cNvSpPr>
          <p:nvPr>
            <p:ph idx="33" hasCustomPrompt="1"/>
          </p:nvPr>
        </p:nvSpPr>
        <p:spPr>
          <a:xfrm>
            <a:off x="228600" y="3312184"/>
            <a:ext cx="8686800" cy="1234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6" name="_Content_Single_With_Title">
            <a:extLst>
              <a:ext uri="{FF2B5EF4-FFF2-40B4-BE49-F238E27FC236}">
                <a16:creationId xmlns:a16="http://schemas.microsoft.com/office/drawing/2014/main" id="{66C67690-3548-B4F0-8AAD-9CB9CC3D3FCB}"/>
              </a:ext>
            </a:extLst>
          </p:cNvPr>
          <p:cNvSpPr>
            <a:spLocks noGrp="1"/>
          </p:cNvSpPr>
          <p:nvPr>
            <p:ph idx="34" hasCustomPrompt="1"/>
          </p:nvPr>
        </p:nvSpPr>
        <p:spPr>
          <a:xfrm>
            <a:off x="228600" y="1676400"/>
            <a:ext cx="8686800" cy="1234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7" name="_Content_Single_With_Title">
            <a:extLst>
              <a:ext uri="{FF2B5EF4-FFF2-40B4-BE49-F238E27FC236}">
                <a16:creationId xmlns:a16="http://schemas.microsoft.com/office/drawing/2014/main" id="{D8A8EE46-15E0-0B43-7F69-6BBCC521D21E}"/>
              </a:ext>
            </a:extLst>
          </p:cNvPr>
          <p:cNvSpPr>
            <a:spLocks noGrp="1"/>
          </p:cNvSpPr>
          <p:nvPr>
            <p:ph idx="35" hasCustomPrompt="1"/>
          </p:nvPr>
        </p:nvSpPr>
        <p:spPr>
          <a:xfrm>
            <a:off x="228600" y="4947967"/>
            <a:ext cx="8686800" cy="1234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4567101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adrant Tiles_1">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3CF7D7A8-B9E0-3248-5FCA-E45400971795}"/>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37160" indent="-137160" algn="l">
              <a:buFont typeface="Arial" panose="020B0604020202020204" pitchFamily="34" charset="0"/>
              <a:buChar char="•"/>
            </a:pPr>
            <a:endParaRPr lang="en-US" sz="1000">
              <a:solidFill>
                <a:schemeClr val="tx1"/>
              </a:solidFill>
            </a:endParaRPr>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342900" indent="-342900">
              <a:buNone/>
              <a:defRPr lang="en-US" sz="1200" b="0" baseline="0" dirty="0" smtClean="0">
                <a:solidFill>
                  <a:schemeClr val="tx1">
                    <a:lumMod val="65000"/>
                    <a:lumOff val="35000"/>
                  </a:schemeClr>
                </a:solidFill>
              </a:defRPr>
            </a:lvl1pPr>
          </a:lstStyle>
          <a:p>
            <a:pPr marL="0" lvl="0" indent="0">
              <a:spcBef>
                <a:spcPts val="0"/>
              </a:spcBef>
            </a:pPr>
            <a:r>
              <a:rPr lang="en-US"/>
              <a:t>Slide Message</a:t>
            </a:r>
          </a:p>
        </p:txBody>
      </p:sp>
      <p:sp>
        <p:nvSpPr>
          <p:cNvPr id="35"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4" name="Slide Number Placeholder 3"/>
          <p:cNvSpPr>
            <a:spLocks noGrp="1"/>
          </p:cNvSpPr>
          <p:nvPr>
            <p:ph type="sldNum" sz="quarter" idx="31"/>
          </p:nvPr>
        </p:nvSpPr>
        <p:spPr/>
        <p:txBody>
          <a:bodyPr/>
          <a:lstStyle/>
          <a:p>
            <a:fld id="{7E3C215A-CA0B-463C-9D89-24248B22F3D6}" type="slidenum">
              <a:rPr lang="en-US" smtClean="0"/>
              <a:pPr/>
              <a:t>‹#›</a:t>
            </a:fld>
            <a:endParaRPr lang="en-US"/>
          </a:p>
        </p:txBody>
      </p:sp>
      <p:sp>
        <p:nvSpPr>
          <p:cNvPr id="5" name="Title 4"/>
          <p:cNvSpPr>
            <a:spLocks noGrp="1"/>
          </p:cNvSpPr>
          <p:nvPr>
            <p:ph type="title"/>
          </p:nvPr>
        </p:nvSpPr>
        <p:spPr/>
        <p:txBody>
          <a:bodyPr/>
          <a:lstStyle/>
          <a:p>
            <a:r>
              <a:rPr lang="en-US"/>
              <a:t>Click to edit Master title style</a:t>
            </a:r>
          </a:p>
        </p:txBody>
      </p:sp>
      <p:sp>
        <p:nvSpPr>
          <p:cNvPr id="2" name="_Title_Half_Left">
            <a:extLst>
              <a:ext uri="{FF2B5EF4-FFF2-40B4-BE49-F238E27FC236}">
                <a16:creationId xmlns:a16="http://schemas.microsoft.com/office/drawing/2014/main" id="{61D217A3-4120-AADE-BBC0-410C34686C7A}"/>
              </a:ext>
            </a:extLst>
          </p:cNvPr>
          <p:cNvSpPr>
            <a:spLocks noGrp="1"/>
          </p:cNvSpPr>
          <p:nvPr>
            <p:ph type="body" sz="quarter" idx="32" hasCustomPrompt="1"/>
          </p:nvPr>
        </p:nvSpPr>
        <p:spPr>
          <a:xfrm>
            <a:off x="228600" y="13716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6" name="_Title_Half_Right">
            <a:extLst>
              <a:ext uri="{FF2B5EF4-FFF2-40B4-BE49-F238E27FC236}">
                <a16:creationId xmlns:a16="http://schemas.microsoft.com/office/drawing/2014/main" id="{55BBF72A-D8B2-E90F-0366-61EF38C1EF90}"/>
              </a:ext>
            </a:extLst>
          </p:cNvPr>
          <p:cNvSpPr>
            <a:spLocks noGrp="1"/>
          </p:cNvSpPr>
          <p:nvPr>
            <p:ph type="body" sz="quarter" idx="33" hasCustomPrompt="1"/>
          </p:nvPr>
        </p:nvSpPr>
        <p:spPr>
          <a:xfrm>
            <a:off x="4648200" y="13716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7" name="_Title_Half_Left">
            <a:extLst>
              <a:ext uri="{FF2B5EF4-FFF2-40B4-BE49-F238E27FC236}">
                <a16:creationId xmlns:a16="http://schemas.microsoft.com/office/drawing/2014/main" id="{B1F79A15-319A-32D1-32D6-59824C720824}"/>
              </a:ext>
            </a:extLst>
          </p:cNvPr>
          <p:cNvSpPr>
            <a:spLocks noGrp="1"/>
          </p:cNvSpPr>
          <p:nvPr>
            <p:ph type="body" sz="quarter" idx="34" hasCustomPrompt="1"/>
          </p:nvPr>
        </p:nvSpPr>
        <p:spPr>
          <a:xfrm>
            <a:off x="228600" y="384307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8" name="_Title_Half_Right">
            <a:extLst>
              <a:ext uri="{FF2B5EF4-FFF2-40B4-BE49-F238E27FC236}">
                <a16:creationId xmlns:a16="http://schemas.microsoft.com/office/drawing/2014/main" id="{538B2569-36CC-2972-8C68-50B1D46A9328}"/>
              </a:ext>
            </a:extLst>
          </p:cNvPr>
          <p:cNvSpPr>
            <a:spLocks noGrp="1"/>
          </p:cNvSpPr>
          <p:nvPr>
            <p:ph type="body" sz="quarter" idx="35" hasCustomPrompt="1"/>
          </p:nvPr>
        </p:nvSpPr>
        <p:spPr>
          <a:xfrm>
            <a:off x="4648200" y="384307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9" name="_Content_Single_With_Title">
            <a:extLst>
              <a:ext uri="{FF2B5EF4-FFF2-40B4-BE49-F238E27FC236}">
                <a16:creationId xmlns:a16="http://schemas.microsoft.com/office/drawing/2014/main" id="{6AE1E98E-AF9B-866D-3A08-3AA952642921}"/>
              </a:ext>
            </a:extLst>
          </p:cNvPr>
          <p:cNvSpPr>
            <a:spLocks noGrp="1"/>
          </p:cNvSpPr>
          <p:nvPr>
            <p:ph idx="1" hasCustomPrompt="1"/>
          </p:nvPr>
        </p:nvSpPr>
        <p:spPr>
          <a:xfrm>
            <a:off x="228600" y="1667774"/>
            <a:ext cx="4267200" cy="210312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0" name="_Content_Single_With_Title">
            <a:extLst>
              <a:ext uri="{FF2B5EF4-FFF2-40B4-BE49-F238E27FC236}">
                <a16:creationId xmlns:a16="http://schemas.microsoft.com/office/drawing/2014/main" id="{D3F533C4-3A62-822B-9A13-68D98A07F598}"/>
              </a:ext>
            </a:extLst>
          </p:cNvPr>
          <p:cNvSpPr>
            <a:spLocks noGrp="1"/>
          </p:cNvSpPr>
          <p:nvPr>
            <p:ph idx="36" hasCustomPrompt="1"/>
          </p:nvPr>
        </p:nvSpPr>
        <p:spPr>
          <a:xfrm>
            <a:off x="228600" y="4146071"/>
            <a:ext cx="4267200" cy="210312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1" name="_Content_Single_With_Title">
            <a:extLst>
              <a:ext uri="{FF2B5EF4-FFF2-40B4-BE49-F238E27FC236}">
                <a16:creationId xmlns:a16="http://schemas.microsoft.com/office/drawing/2014/main" id="{8B33D886-60B9-2722-AA85-D9636157CFBE}"/>
              </a:ext>
            </a:extLst>
          </p:cNvPr>
          <p:cNvSpPr>
            <a:spLocks noGrp="1"/>
          </p:cNvSpPr>
          <p:nvPr>
            <p:ph idx="37" hasCustomPrompt="1"/>
          </p:nvPr>
        </p:nvSpPr>
        <p:spPr>
          <a:xfrm>
            <a:off x="4648200" y="1667774"/>
            <a:ext cx="4267200" cy="210312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2" name="_Content_Single_With_Title">
            <a:extLst>
              <a:ext uri="{FF2B5EF4-FFF2-40B4-BE49-F238E27FC236}">
                <a16:creationId xmlns:a16="http://schemas.microsoft.com/office/drawing/2014/main" id="{E8036D07-1BDB-015C-F069-E0A0E3F94346}"/>
              </a:ext>
            </a:extLst>
          </p:cNvPr>
          <p:cNvSpPr>
            <a:spLocks noGrp="1"/>
          </p:cNvSpPr>
          <p:nvPr>
            <p:ph idx="38" hasCustomPrompt="1"/>
          </p:nvPr>
        </p:nvSpPr>
        <p:spPr>
          <a:xfrm>
            <a:off x="4648200" y="4146071"/>
            <a:ext cx="4267200" cy="210312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35019767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adrant Tiles_2">
    <p:spTree>
      <p:nvGrpSpPr>
        <p:cNvPr id="1" name=""/>
        <p:cNvGrpSpPr/>
        <p:nvPr/>
      </p:nvGrpSpPr>
      <p:grpSpPr>
        <a:xfrm>
          <a:off x="0" y="0"/>
          <a:ext cx="0" cy="0"/>
          <a:chOff x="0" y="0"/>
          <a:chExt cx="0" cy="0"/>
        </a:xfrm>
      </p:grpSpPr>
      <p:sp>
        <p:nvSpPr>
          <p:cNvPr id="13" name="Do not remove" hidden="1">
            <a:extLst>
              <a:ext uri="{FF2B5EF4-FFF2-40B4-BE49-F238E27FC236}">
                <a16:creationId xmlns:a16="http://schemas.microsoft.com/office/drawing/2014/main" id="{D4C7F0EA-ADE1-21FD-ACE0-29FE7A172575}"/>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37160" indent="-137160" algn="l">
              <a:buFont typeface="Arial" panose="020B0604020202020204" pitchFamily="34" charset="0"/>
              <a:buChar char="•"/>
            </a:pPr>
            <a:endParaRPr lang="en-US" sz="1000">
              <a:solidFill>
                <a:schemeClr val="tx1"/>
              </a:solidFill>
            </a:endParaRPr>
          </a:p>
        </p:txBody>
      </p:sp>
      <p:sp>
        <p:nvSpPr>
          <p:cNvPr id="35"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4" name="Slide Number Placeholder 3"/>
          <p:cNvSpPr>
            <a:spLocks noGrp="1"/>
          </p:cNvSpPr>
          <p:nvPr>
            <p:ph type="sldNum" sz="quarter" idx="31"/>
          </p:nvPr>
        </p:nvSpPr>
        <p:spPr/>
        <p:txBody>
          <a:bodyPr/>
          <a:lstStyle/>
          <a:p>
            <a:fld id="{7E3C215A-CA0B-463C-9D89-24248B22F3D6}" type="slidenum">
              <a:rPr lang="en-US" smtClean="0"/>
              <a:pPr/>
              <a:t>‹#›</a:t>
            </a:fld>
            <a:endParaRPr lang="en-US"/>
          </a:p>
        </p:txBody>
      </p:sp>
      <p:sp>
        <p:nvSpPr>
          <p:cNvPr id="5" name="Title 4"/>
          <p:cNvSpPr>
            <a:spLocks noGrp="1"/>
          </p:cNvSpPr>
          <p:nvPr>
            <p:ph type="title"/>
          </p:nvPr>
        </p:nvSpPr>
        <p:spPr/>
        <p:txBody>
          <a:bodyPr/>
          <a:lstStyle/>
          <a:p>
            <a:r>
              <a:rPr lang="en-US"/>
              <a:t>Click to edit Master title style</a:t>
            </a:r>
          </a:p>
        </p:txBody>
      </p:sp>
      <p:sp>
        <p:nvSpPr>
          <p:cNvPr id="2" name="_Title_Half_Left">
            <a:extLst>
              <a:ext uri="{FF2B5EF4-FFF2-40B4-BE49-F238E27FC236}">
                <a16:creationId xmlns:a16="http://schemas.microsoft.com/office/drawing/2014/main" id="{61D217A3-4120-AADE-BBC0-410C34686C7A}"/>
              </a:ext>
            </a:extLst>
          </p:cNvPr>
          <p:cNvSpPr>
            <a:spLocks noGrp="1"/>
          </p:cNvSpPr>
          <p:nvPr>
            <p:ph type="body" sz="quarter" idx="32" hasCustomPrompt="1"/>
          </p:nvPr>
        </p:nvSpPr>
        <p:spPr>
          <a:xfrm>
            <a:off x="228600" y="8382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6" name="_Title_Half_Right">
            <a:extLst>
              <a:ext uri="{FF2B5EF4-FFF2-40B4-BE49-F238E27FC236}">
                <a16:creationId xmlns:a16="http://schemas.microsoft.com/office/drawing/2014/main" id="{55BBF72A-D8B2-E90F-0366-61EF38C1EF90}"/>
              </a:ext>
            </a:extLst>
          </p:cNvPr>
          <p:cNvSpPr>
            <a:spLocks noGrp="1"/>
          </p:cNvSpPr>
          <p:nvPr>
            <p:ph type="body" sz="quarter" idx="33" hasCustomPrompt="1"/>
          </p:nvPr>
        </p:nvSpPr>
        <p:spPr>
          <a:xfrm>
            <a:off x="4648200" y="8382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7" name="_Title_Half_Left">
            <a:extLst>
              <a:ext uri="{FF2B5EF4-FFF2-40B4-BE49-F238E27FC236}">
                <a16:creationId xmlns:a16="http://schemas.microsoft.com/office/drawing/2014/main" id="{B1F79A15-319A-32D1-32D6-59824C720824}"/>
              </a:ext>
            </a:extLst>
          </p:cNvPr>
          <p:cNvSpPr>
            <a:spLocks noGrp="1"/>
          </p:cNvSpPr>
          <p:nvPr>
            <p:ph type="body" sz="quarter" idx="34" hasCustomPrompt="1"/>
          </p:nvPr>
        </p:nvSpPr>
        <p:spPr>
          <a:xfrm>
            <a:off x="228600" y="3590026"/>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8" name="_Title_Half_Right">
            <a:extLst>
              <a:ext uri="{FF2B5EF4-FFF2-40B4-BE49-F238E27FC236}">
                <a16:creationId xmlns:a16="http://schemas.microsoft.com/office/drawing/2014/main" id="{538B2569-36CC-2972-8C68-50B1D46A9328}"/>
              </a:ext>
            </a:extLst>
          </p:cNvPr>
          <p:cNvSpPr>
            <a:spLocks noGrp="1"/>
          </p:cNvSpPr>
          <p:nvPr>
            <p:ph type="body" sz="quarter" idx="35" hasCustomPrompt="1"/>
          </p:nvPr>
        </p:nvSpPr>
        <p:spPr>
          <a:xfrm>
            <a:off x="4648200" y="3590026"/>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9" name="_Content_Single_With_Title">
            <a:extLst>
              <a:ext uri="{FF2B5EF4-FFF2-40B4-BE49-F238E27FC236}">
                <a16:creationId xmlns:a16="http://schemas.microsoft.com/office/drawing/2014/main" id="{6AE1E98E-AF9B-866D-3A08-3AA952642921}"/>
              </a:ext>
            </a:extLst>
          </p:cNvPr>
          <p:cNvSpPr>
            <a:spLocks noGrp="1"/>
          </p:cNvSpPr>
          <p:nvPr>
            <p:ph idx="1" hasCustomPrompt="1"/>
          </p:nvPr>
        </p:nvSpPr>
        <p:spPr>
          <a:xfrm>
            <a:off x="228600" y="1143000"/>
            <a:ext cx="4267200" cy="2377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0" name="_Content_Single_With_Title">
            <a:extLst>
              <a:ext uri="{FF2B5EF4-FFF2-40B4-BE49-F238E27FC236}">
                <a16:creationId xmlns:a16="http://schemas.microsoft.com/office/drawing/2014/main" id="{D3F533C4-3A62-822B-9A13-68D98A07F598}"/>
              </a:ext>
            </a:extLst>
          </p:cNvPr>
          <p:cNvSpPr>
            <a:spLocks noGrp="1"/>
          </p:cNvSpPr>
          <p:nvPr>
            <p:ph idx="36" hasCustomPrompt="1"/>
          </p:nvPr>
        </p:nvSpPr>
        <p:spPr>
          <a:xfrm>
            <a:off x="228600" y="3884401"/>
            <a:ext cx="4267200" cy="2377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1" name="_Content_Single_With_Title">
            <a:extLst>
              <a:ext uri="{FF2B5EF4-FFF2-40B4-BE49-F238E27FC236}">
                <a16:creationId xmlns:a16="http://schemas.microsoft.com/office/drawing/2014/main" id="{8B33D886-60B9-2722-AA85-D9636157CFBE}"/>
              </a:ext>
            </a:extLst>
          </p:cNvPr>
          <p:cNvSpPr>
            <a:spLocks noGrp="1"/>
          </p:cNvSpPr>
          <p:nvPr>
            <p:ph idx="37" hasCustomPrompt="1"/>
          </p:nvPr>
        </p:nvSpPr>
        <p:spPr>
          <a:xfrm>
            <a:off x="4648200" y="1143000"/>
            <a:ext cx="4267200" cy="2377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2" name="_Content_Single_With_Title">
            <a:extLst>
              <a:ext uri="{FF2B5EF4-FFF2-40B4-BE49-F238E27FC236}">
                <a16:creationId xmlns:a16="http://schemas.microsoft.com/office/drawing/2014/main" id="{E8036D07-1BDB-015C-F069-E0A0E3F94346}"/>
              </a:ext>
            </a:extLst>
          </p:cNvPr>
          <p:cNvSpPr>
            <a:spLocks noGrp="1"/>
          </p:cNvSpPr>
          <p:nvPr>
            <p:ph idx="38" hasCustomPrompt="1"/>
          </p:nvPr>
        </p:nvSpPr>
        <p:spPr>
          <a:xfrm>
            <a:off x="4648200" y="3884401"/>
            <a:ext cx="4267200" cy="2377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2969432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adrant Tiles_3">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C8F14F76-BD9D-9AEA-3FD9-98A3AE9F76FE}"/>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37160" indent="-137160" algn="l">
              <a:buFont typeface="Arial" panose="020B0604020202020204" pitchFamily="34" charset="0"/>
              <a:buChar char="•"/>
            </a:pPr>
            <a:endParaRPr lang="en-US" sz="1000">
              <a:solidFill>
                <a:schemeClr val="tx1"/>
              </a:solidFill>
            </a:endParaRPr>
          </a:p>
        </p:txBody>
      </p:sp>
      <p:sp>
        <p:nvSpPr>
          <p:cNvPr id="35"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4" name="Slide Number Placeholder 3"/>
          <p:cNvSpPr>
            <a:spLocks noGrp="1"/>
          </p:cNvSpPr>
          <p:nvPr>
            <p:ph type="sldNum" sz="quarter" idx="31"/>
          </p:nvPr>
        </p:nvSpPr>
        <p:spPr/>
        <p:txBody>
          <a:bodyPr/>
          <a:lstStyle/>
          <a:p>
            <a:fld id="{7E3C215A-CA0B-463C-9D89-24248B22F3D6}" type="slidenum">
              <a:rPr lang="en-US" smtClean="0"/>
              <a:pPr/>
              <a:t>‹#›</a:t>
            </a:fld>
            <a:endParaRPr lang="en-US"/>
          </a:p>
        </p:txBody>
      </p:sp>
      <p:sp>
        <p:nvSpPr>
          <p:cNvPr id="5" name="Title 4"/>
          <p:cNvSpPr>
            <a:spLocks noGrp="1"/>
          </p:cNvSpPr>
          <p:nvPr>
            <p:ph type="title"/>
          </p:nvPr>
        </p:nvSpPr>
        <p:spPr/>
        <p:txBody>
          <a:bodyPr/>
          <a:lstStyle/>
          <a:p>
            <a:r>
              <a:rPr lang="en-US"/>
              <a:t>Click to edit Master title style</a:t>
            </a:r>
          </a:p>
        </p:txBody>
      </p:sp>
      <p:sp>
        <p:nvSpPr>
          <p:cNvPr id="9" name="_Content_Single_With_Title">
            <a:extLst>
              <a:ext uri="{FF2B5EF4-FFF2-40B4-BE49-F238E27FC236}">
                <a16:creationId xmlns:a16="http://schemas.microsoft.com/office/drawing/2014/main" id="{6AE1E98E-AF9B-866D-3A08-3AA952642921}"/>
              </a:ext>
            </a:extLst>
          </p:cNvPr>
          <p:cNvSpPr>
            <a:spLocks noGrp="1"/>
          </p:cNvSpPr>
          <p:nvPr>
            <p:ph idx="1" hasCustomPrompt="1"/>
          </p:nvPr>
        </p:nvSpPr>
        <p:spPr>
          <a:xfrm>
            <a:off x="228600" y="1143000"/>
            <a:ext cx="4267200" cy="2377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0" name="_Content_Single_With_Title">
            <a:extLst>
              <a:ext uri="{FF2B5EF4-FFF2-40B4-BE49-F238E27FC236}">
                <a16:creationId xmlns:a16="http://schemas.microsoft.com/office/drawing/2014/main" id="{D3F533C4-3A62-822B-9A13-68D98A07F598}"/>
              </a:ext>
            </a:extLst>
          </p:cNvPr>
          <p:cNvSpPr>
            <a:spLocks noGrp="1"/>
          </p:cNvSpPr>
          <p:nvPr>
            <p:ph idx="36" hasCustomPrompt="1"/>
          </p:nvPr>
        </p:nvSpPr>
        <p:spPr>
          <a:xfrm>
            <a:off x="228600" y="3884401"/>
            <a:ext cx="4267200" cy="2377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1" name="_Content_Single_With_Title">
            <a:extLst>
              <a:ext uri="{FF2B5EF4-FFF2-40B4-BE49-F238E27FC236}">
                <a16:creationId xmlns:a16="http://schemas.microsoft.com/office/drawing/2014/main" id="{8B33D886-60B9-2722-AA85-D9636157CFBE}"/>
              </a:ext>
            </a:extLst>
          </p:cNvPr>
          <p:cNvSpPr>
            <a:spLocks noGrp="1"/>
          </p:cNvSpPr>
          <p:nvPr>
            <p:ph idx="37" hasCustomPrompt="1"/>
          </p:nvPr>
        </p:nvSpPr>
        <p:spPr>
          <a:xfrm>
            <a:off x="4648200" y="1143000"/>
            <a:ext cx="4267200" cy="2377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2" name="_Content_Single_With_Title">
            <a:extLst>
              <a:ext uri="{FF2B5EF4-FFF2-40B4-BE49-F238E27FC236}">
                <a16:creationId xmlns:a16="http://schemas.microsoft.com/office/drawing/2014/main" id="{E8036D07-1BDB-015C-F069-E0A0E3F94346}"/>
              </a:ext>
            </a:extLst>
          </p:cNvPr>
          <p:cNvSpPr>
            <a:spLocks noGrp="1"/>
          </p:cNvSpPr>
          <p:nvPr>
            <p:ph idx="38" hasCustomPrompt="1"/>
          </p:nvPr>
        </p:nvSpPr>
        <p:spPr>
          <a:xfrm>
            <a:off x="4648200" y="3884401"/>
            <a:ext cx="4267200" cy="2377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cxnSp>
        <p:nvCxnSpPr>
          <p:cNvPr id="3" name="Straight Connector 2">
            <a:extLst>
              <a:ext uri="{FF2B5EF4-FFF2-40B4-BE49-F238E27FC236}">
                <a16:creationId xmlns:a16="http://schemas.microsoft.com/office/drawing/2014/main" id="{6D5ADAB0-6A84-7707-CD58-69A8177D62C5}"/>
              </a:ext>
            </a:extLst>
          </p:cNvPr>
          <p:cNvCxnSpPr>
            <a:cxnSpLocks/>
          </p:cNvCxnSpPr>
          <p:nvPr userDrawn="1"/>
        </p:nvCxnSpPr>
        <p:spPr>
          <a:xfrm>
            <a:off x="228600" y="1101304"/>
            <a:ext cx="42702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_Title_Single">
            <a:extLst>
              <a:ext uri="{FF2B5EF4-FFF2-40B4-BE49-F238E27FC236}">
                <a16:creationId xmlns:a16="http://schemas.microsoft.com/office/drawing/2014/main" id="{E0C3F93F-6796-D577-C789-0060C4019334}"/>
              </a:ext>
            </a:extLst>
          </p:cNvPr>
          <p:cNvSpPr>
            <a:spLocks noGrp="1"/>
          </p:cNvSpPr>
          <p:nvPr>
            <p:ph type="body" sz="quarter" idx="21" hasCustomPrompt="1"/>
          </p:nvPr>
        </p:nvSpPr>
        <p:spPr>
          <a:xfrm>
            <a:off x="231648" y="838200"/>
            <a:ext cx="4267200" cy="228600"/>
          </a:xfrm>
          <a:noFill/>
        </p:spPr>
        <p:txBody>
          <a:bodyPr anchor="ctr" anchorCtr="0">
            <a:noAutofit/>
          </a:bodyPr>
          <a:lstStyle>
            <a:lvl1pPr algn="ctr">
              <a:buNone/>
              <a:defRPr sz="1200" b="1" baseline="0">
                <a:solidFill>
                  <a:schemeClr val="tx1"/>
                </a:solidFill>
              </a:defRPr>
            </a:lvl1pPr>
          </a:lstStyle>
          <a:p>
            <a:pPr lvl="0"/>
            <a:r>
              <a:rPr lang="en-US"/>
              <a:t>[Title / Bar 1]</a:t>
            </a:r>
          </a:p>
        </p:txBody>
      </p:sp>
      <p:sp>
        <p:nvSpPr>
          <p:cNvPr id="15" name="_Title_Single">
            <a:extLst>
              <a:ext uri="{FF2B5EF4-FFF2-40B4-BE49-F238E27FC236}">
                <a16:creationId xmlns:a16="http://schemas.microsoft.com/office/drawing/2014/main" id="{887C5A21-5E69-8A19-7D16-1CBE64F23556}"/>
              </a:ext>
            </a:extLst>
          </p:cNvPr>
          <p:cNvSpPr>
            <a:spLocks noGrp="1"/>
          </p:cNvSpPr>
          <p:nvPr>
            <p:ph type="body" sz="quarter" idx="39" hasCustomPrompt="1"/>
          </p:nvPr>
        </p:nvSpPr>
        <p:spPr>
          <a:xfrm>
            <a:off x="4648200" y="3590026"/>
            <a:ext cx="4267200" cy="228600"/>
          </a:xfrm>
          <a:noFill/>
        </p:spPr>
        <p:txBody>
          <a:bodyPr anchor="ctr" anchorCtr="0">
            <a:noAutofit/>
          </a:bodyPr>
          <a:lstStyle>
            <a:lvl1pPr algn="ctr">
              <a:buNone/>
              <a:defRPr sz="1200" b="1" baseline="0">
                <a:solidFill>
                  <a:schemeClr val="tx1"/>
                </a:solidFill>
              </a:defRPr>
            </a:lvl1pPr>
          </a:lstStyle>
          <a:p>
            <a:pPr lvl="0"/>
            <a:r>
              <a:rPr lang="en-US"/>
              <a:t>[Title / Bar 4]</a:t>
            </a:r>
          </a:p>
        </p:txBody>
      </p:sp>
      <p:cxnSp>
        <p:nvCxnSpPr>
          <p:cNvPr id="16" name="Straight Connector 15">
            <a:extLst>
              <a:ext uri="{FF2B5EF4-FFF2-40B4-BE49-F238E27FC236}">
                <a16:creationId xmlns:a16="http://schemas.microsoft.com/office/drawing/2014/main" id="{94A873BB-B6E7-F474-ADD8-351113732826}"/>
              </a:ext>
            </a:extLst>
          </p:cNvPr>
          <p:cNvCxnSpPr>
            <a:cxnSpLocks/>
          </p:cNvCxnSpPr>
          <p:nvPr userDrawn="1"/>
        </p:nvCxnSpPr>
        <p:spPr>
          <a:xfrm>
            <a:off x="4645152" y="1101304"/>
            <a:ext cx="42702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_Title_Single">
            <a:extLst>
              <a:ext uri="{FF2B5EF4-FFF2-40B4-BE49-F238E27FC236}">
                <a16:creationId xmlns:a16="http://schemas.microsoft.com/office/drawing/2014/main" id="{4A61881D-CC7B-8EA0-1D79-7DEF984348E0}"/>
              </a:ext>
            </a:extLst>
          </p:cNvPr>
          <p:cNvSpPr>
            <a:spLocks noGrp="1"/>
          </p:cNvSpPr>
          <p:nvPr>
            <p:ph type="body" sz="quarter" idx="40" hasCustomPrompt="1"/>
          </p:nvPr>
        </p:nvSpPr>
        <p:spPr>
          <a:xfrm>
            <a:off x="4648200" y="838200"/>
            <a:ext cx="4267200" cy="228600"/>
          </a:xfrm>
          <a:noFill/>
        </p:spPr>
        <p:txBody>
          <a:bodyPr anchor="ctr" anchorCtr="0">
            <a:noAutofit/>
          </a:bodyPr>
          <a:lstStyle>
            <a:lvl1pPr algn="ctr">
              <a:buNone/>
              <a:defRPr sz="1200" b="1" baseline="0">
                <a:solidFill>
                  <a:schemeClr val="tx1"/>
                </a:solidFill>
              </a:defRPr>
            </a:lvl1pPr>
          </a:lstStyle>
          <a:p>
            <a:pPr lvl="0"/>
            <a:r>
              <a:rPr lang="en-US"/>
              <a:t>[Title / Bar 2]</a:t>
            </a:r>
          </a:p>
        </p:txBody>
      </p:sp>
      <p:cxnSp>
        <p:nvCxnSpPr>
          <p:cNvPr id="18" name="Straight Connector 17">
            <a:extLst>
              <a:ext uri="{FF2B5EF4-FFF2-40B4-BE49-F238E27FC236}">
                <a16:creationId xmlns:a16="http://schemas.microsoft.com/office/drawing/2014/main" id="{5B9685C3-A162-A319-8A6F-8168C186A100}"/>
              </a:ext>
            </a:extLst>
          </p:cNvPr>
          <p:cNvCxnSpPr>
            <a:cxnSpLocks/>
          </p:cNvCxnSpPr>
          <p:nvPr userDrawn="1"/>
        </p:nvCxnSpPr>
        <p:spPr>
          <a:xfrm>
            <a:off x="228600" y="3844504"/>
            <a:ext cx="42702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_Title_Single">
            <a:extLst>
              <a:ext uri="{FF2B5EF4-FFF2-40B4-BE49-F238E27FC236}">
                <a16:creationId xmlns:a16="http://schemas.microsoft.com/office/drawing/2014/main" id="{6138EE14-A62B-8826-D44F-00F6B3B66887}"/>
              </a:ext>
            </a:extLst>
          </p:cNvPr>
          <p:cNvSpPr>
            <a:spLocks noGrp="1"/>
          </p:cNvSpPr>
          <p:nvPr>
            <p:ph type="body" sz="quarter" idx="41" hasCustomPrompt="1"/>
          </p:nvPr>
        </p:nvSpPr>
        <p:spPr>
          <a:xfrm>
            <a:off x="231648" y="3590026"/>
            <a:ext cx="4267200" cy="228600"/>
          </a:xfrm>
          <a:noFill/>
        </p:spPr>
        <p:txBody>
          <a:bodyPr anchor="ctr" anchorCtr="0">
            <a:noAutofit/>
          </a:bodyPr>
          <a:lstStyle>
            <a:lvl1pPr algn="ctr">
              <a:buNone/>
              <a:defRPr sz="1200" b="1" baseline="0">
                <a:solidFill>
                  <a:schemeClr val="tx1"/>
                </a:solidFill>
              </a:defRPr>
            </a:lvl1pPr>
          </a:lstStyle>
          <a:p>
            <a:pPr lvl="0"/>
            <a:r>
              <a:rPr lang="en-US"/>
              <a:t>[Title / Bar 3]</a:t>
            </a:r>
          </a:p>
        </p:txBody>
      </p:sp>
      <p:cxnSp>
        <p:nvCxnSpPr>
          <p:cNvPr id="8" name="Straight Connector 7">
            <a:extLst>
              <a:ext uri="{FF2B5EF4-FFF2-40B4-BE49-F238E27FC236}">
                <a16:creationId xmlns:a16="http://schemas.microsoft.com/office/drawing/2014/main" id="{4D7EF9BE-FD57-E31D-8DA1-C911E4E3AFB4}"/>
              </a:ext>
            </a:extLst>
          </p:cNvPr>
          <p:cNvCxnSpPr>
            <a:cxnSpLocks/>
          </p:cNvCxnSpPr>
          <p:nvPr userDrawn="1"/>
        </p:nvCxnSpPr>
        <p:spPr>
          <a:xfrm>
            <a:off x="4645152" y="3844504"/>
            <a:ext cx="42702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18289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6-Pack Tiles">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A0D93268-7DBA-387F-A1FE-B34A50F5E907}"/>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_Slide_Message"/>
          <p:cNvSpPr>
            <a:spLocks noGrp="1"/>
          </p:cNvSpPr>
          <p:nvPr>
            <p:ph type="body" sz="quarter" idx="18" hasCustomPrompt="1"/>
          </p:nvPr>
        </p:nvSpPr>
        <p:spPr>
          <a:xfrm>
            <a:off x="228600" y="838200"/>
            <a:ext cx="8686800" cy="457200"/>
          </a:xfrm>
        </p:spPr>
        <p:txBody>
          <a:bodyPr vert="horz" lIns="0" tIns="0" rIns="0" bIns="0" rtlCol="0">
            <a:noAutofit/>
          </a:bodyPr>
          <a:lstStyle>
            <a:lvl1pPr marL="342900" indent="-342900">
              <a:buNone/>
              <a:defRPr lang="en-US" sz="1200" b="0" baseline="0" dirty="0" smtClean="0">
                <a:solidFill>
                  <a:schemeClr val="tx1">
                    <a:lumMod val="65000"/>
                    <a:lumOff val="35000"/>
                  </a:schemeClr>
                </a:solidFill>
              </a:defRPr>
            </a:lvl1pPr>
          </a:lstStyle>
          <a:p>
            <a:pPr marL="0" lvl="0" indent="0">
              <a:spcBef>
                <a:spcPts val="0"/>
              </a:spcBef>
            </a:pPr>
            <a:r>
              <a:rPr lang="en-US"/>
              <a:t>Slide Message</a:t>
            </a:r>
          </a:p>
        </p:txBody>
      </p:sp>
      <p:sp>
        <p:nvSpPr>
          <p:cNvPr id="31"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4" name="Slide Number Placeholder 3"/>
          <p:cNvSpPr>
            <a:spLocks noGrp="1"/>
          </p:cNvSpPr>
          <p:nvPr>
            <p:ph type="sldNum" sz="quarter" idx="39"/>
          </p:nvPr>
        </p:nvSpPr>
        <p:spPr/>
        <p:txBody>
          <a:bodyPr/>
          <a:lstStyle/>
          <a:p>
            <a:fld id="{7E3C215A-CA0B-463C-9D89-24248B22F3D6}" type="slidenum">
              <a:rPr lang="en-US" smtClean="0"/>
              <a:pPr/>
              <a:t>‹#›</a:t>
            </a:fld>
            <a:endParaRPr lang="en-US"/>
          </a:p>
        </p:txBody>
      </p:sp>
      <p:sp>
        <p:nvSpPr>
          <p:cNvPr id="5" name="Title 4"/>
          <p:cNvSpPr>
            <a:spLocks noGrp="1"/>
          </p:cNvSpPr>
          <p:nvPr>
            <p:ph type="title"/>
          </p:nvPr>
        </p:nvSpPr>
        <p:spPr/>
        <p:txBody>
          <a:bodyPr/>
          <a:lstStyle/>
          <a:p>
            <a:r>
              <a:rPr lang="en-US"/>
              <a:t>Click to edit Master title style</a:t>
            </a:r>
          </a:p>
        </p:txBody>
      </p:sp>
      <p:sp>
        <p:nvSpPr>
          <p:cNvPr id="7" name="_Title_Half_Left">
            <a:extLst>
              <a:ext uri="{FF2B5EF4-FFF2-40B4-BE49-F238E27FC236}">
                <a16:creationId xmlns:a16="http://schemas.microsoft.com/office/drawing/2014/main" id="{A6FA6A8C-3D2A-E147-55A8-DD294A5CE54F}"/>
              </a:ext>
            </a:extLst>
          </p:cNvPr>
          <p:cNvSpPr>
            <a:spLocks noGrp="1"/>
          </p:cNvSpPr>
          <p:nvPr>
            <p:ph type="body" sz="quarter" idx="32" hasCustomPrompt="1"/>
          </p:nvPr>
        </p:nvSpPr>
        <p:spPr>
          <a:xfrm>
            <a:off x="228600" y="13716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8" name="_Title_Half_Right">
            <a:extLst>
              <a:ext uri="{FF2B5EF4-FFF2-40B4-BE49-F238E27FC236}">
                <a16:creationId xmlns:a16="http://schemas.microsoft.com/office/drawing/2014/main" id="{79F7615B-C325-F657-B0D7-7652ADBF8F2C}"/>
              </a:ext>
            </a:extLst>
          </p:cNvPr>
          <p:cNvSpPr>
            <a:spLocks noGrp="1"/>
          </p:cNvSpPr>
          <p:nvPr>
            <p:ph type="body" sz="quarter" idx="33" hasCustomPrompt="1"/>
          </p:nvPr>
        </p:nvSpPr>
        <p:spPr>
          <a:xfrm>
            <a:off x="4648200" y="13716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9" name="_Content_Single_With_Title">
            <a:extLst>
              <a:ext uri="{FF2B5EF4-FFF2-40B4-BE49-F238E27FC236}">
                <a16:creationId xmlns:a16="http://schemas.microsoft.com/office/drawing/2014/main" id="{4864E661-A697-5A5F-72F0-DD990EC03049}"/>
              </a:ext>
            </a:extLst>
          </p:cNvPr>
          <p:cNvSpPr>
            <a:spLocks noGrp="1"/>
          </p:cNvSpPr>
          <p:nvPr>
            <p:ph idx="1" hasCustomPrompt="1"/>
          </p:nvPr>
        </p:nvSpPr>
        <p:spPr>
          <a:xfrm>
            <a:off x="228600" y="1676399"/>
            <a:ext cx="4267200" cy="1234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0" name="_Content_Single_With_Title">
            <a:extLst>
              <a:ext uri="{FF2B5EF4-FFF2-40B4-BE49-F238E27FC236}">
                <a16:creationId xmlns:a16="http://schemas.microsoft.com/office/drawing/2014/main" id="{FC1D3039-F0A9-A3A3-21AB-7C4346E53D2A}"/>
              </a:ext>
            </a:extLst>
          </p:cNvPr>
          <p:cNvSpPr>
            <a:spLocks noGrp="1"/>
          </p:cNvSpPr>
          <p:nvPr>
            <p:ph idx="37" hasCustomPrompt="1"/>
          </p:nvPr>
        </p:nvSpPr>
        <p:spPr>
          <a:xfrm>
            <a:off x="4648200" y="1676399"/>
            <a:ext cx="4267200" cy="1234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1" name="_Title_Half_Left">
            <a:extLst>
              <a:ext uri="{FF2B5EF4-FFF2-40B4-BE49-F238E27FC236}">
                <a16:creationId xmlns:a16="http://schemas.microsoft.com/office/drawing/2014/main" id="{44AC503D-574D-1170-250D-A23895DD1082}"/>
              </a:ext>
            </a:extLst>
          </p:cNvPr>
          <p:cNvSpPr>
            <a:spLocks noGrp="1"/>
          </p:cNvSpPr>
          <p:nvPr>
            <p:ph type="body" sz="quarter" idx="40" hasCustomPrompt="1"/>
          </p:nvPr>
        </p:nvSpPr>
        <p:spPr>
          <a:xfrm>
            <a:off x="228600" y="29718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12" name="_Title_Half_Right">
            <a:extLst>
              <a:ext uri="{FF2B5EF4-FFF2-40B4-BE49-F238E27FC236}">
                <a16:creationId xmlns:a16="http://schemas.microsoft.com/office/drawing/2014/main" id="{EB26B255-2597-5EA5-71BA-0AB431EAB8A3}"/>
              </a:ext>
            </a:extLst>
          </p:cNvPr>
          <p:cNvSpPr>
            <a:spLocks noGrp="1"/>
          </p:cNvSpPr>
          <p:nvPr>
            <p:ph type="body" sz="quarter" idx="41" hasCustomPrompt="1"/>
          </p:nvPr>
        </p:nvSpPr>
        <p:spPr>
          <a:xfrm>
            <a:off x="4648200" y="29718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13" name="_Content_Single_With_Title">
            <a:extLst>
              <a:ext uri="{FF2B5EF4-FFF2-40B4-BE49-F238E27FC236}">
                <a16:creationId xmlns:a16="http://schemas.microsoft.com/office/drawing/2014/main" id="{F2865A61-0694-194D-38DB-01CEE6504B0B}"/>
              </a:ext>
            </a:extLst>
          </p:cNvPr>
          <p:cNvSpPr>
            <a:spLocks noGrp="1"/>
          </p:cNvSpPr>
          <p:nvPr>
            <p:ph idx="42" hasCustomPrompt="1"/>
          </p:nvPr>
        </p:nvSpPr>
        <p:spPr>
          <a:xfrm>
            <a:off x="228600" y="3276600"/>
            <a:ext cx="4267200" cy="1234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4" name="_Content_Single_With_Title">
            <a:extLst>
              <a:ext uri="{FF2B5EF4-FFF2-40B4-BE49-F238E27FC236}">
                <a16:creationId xmlns:a16="http://schemas.microsoft.com/office/drawing/2014/main" id="{8206D645-4F28-B1E7-DADD-46128EEBC3B5}"/>
              </a:ext>
            </a:extLst>
          </p:cNvPr>
          <p:cNvSpPr>
            <a:spLocks noGrp="1"/>
          </p:cNvSpPr>
          <p:nvPr>
            <p:ph idx="43" hasCustomPrompt="1"/>
          </p:nvPr>
        </p:nvSpPr>
        <p:spPr>
          <a:xfrm>
            <a:off x="4648200" y="3276600"/>
            <a:ext cx="4267200" cy="1234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15" name="_Title_Half_Left">
            <a:extLst>
              <a:ext uri="{FF2B5EF4-FFF2-40B4-BE49-F238E27FC236}">
                <a16:creationId xmlns:a16="http://schemas.microsoft.com/office/drawing/2014/main" id="{AB237FDB-1DC8-4CD9-DEB4-36B29A9AE228}"/>
              </a:ext>
            </a:extLst>
          </p:cNvPr>
          <p:cNvSpPr>
            <a:spLocks noGrp="1"/>
          </p:cNvSpPr>
          <p:nvPr>
            <p:ph type="body" sz="quarter" idx="44" hasCustomPrompt="1"/>
          </p:nvPr>
        </p:nvSpPr>
        <p:spPr>
          <a:xfrm>
            <a:off x="228600" y="45720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16" name="_Title_Half_Right">
            <a:extLst>
              <a:ext uri="{FF2B5EF4-FFF2-40B4-BE49-F238E27FC236}">
                <a16:creationId xmlns:a16="http://schemas.microsoft.com/office/drawing/2014/main" id="{6569B557-5A54-96F7-5F65-27BA1A8DAB76}"/>
              </a:ext>
            </a:extLst>
          </p:cNvPr>
          <p:cNvSpPr>
            <a:spLocks noGrp="1"/>
          </p:cNvSpPr>
          <p:nvPr>
            <p:ph type="body" sz="quarter" idx="45" hasCustomPrompt="1"/>
          </p:nvPr>
        </p:nvSpPr>
        <p:spPr>
          <a:xfrm>
            <a:off x="4648200" y="4572000"/>
            <a:ext cx="4267200" cy="274320"/>
          </a:xfrm>
          <a:prstGeom prst="roundRect">
            <a:avLst/>
          </a:prstGeom>
          <a:solidFill>
            <a:srgbClr val="000066"/>
          </a:solidFill>
        </p:spPr>
        <p:txBody>
          <a:bodyPr anchor="ctr" anchorCtr="0">
            <a:noAutofit/>
          </a:bodyPr>
          <a:lstStyle>
            <a:lvl1pPr algn="l">
              <a:buNone/>
              <a:defRPr sz="1200" b="1" baseline="0">
                <a:solidFill>
                  <a:schemeClr val="bg1"/>
                </a:solidFill>
              </a:defRPr>
            </a:lvl1pPr>
          </a:lstStyle>
          <a:p>
            <a:pPr lvl="0"/>
            <a:r>
              <a:rPr lang="en-US"/>
              <a:t>Shape Title</a:t>
            </a:r>
          </a:p>
        </p:txBody>
      </p:sp>
      <p:sp>
        <p:nvSpPr>
          <p:cNvPr id="26" name="_Content_Single_With_Title">
            <a:extLst>
              <a:ext uri="{FF2B5EF4-FFF2-40B4-BE49-F238E27FC236}">
                <a16:creationId xmlns:a16="http://schemas.microsoft.com/office/drawing/2014/main" id="{DA5D674B-414E-01F7-B2C4-E9C9B590A841}"/>
              </a:ext>
            </a:extLst>
          </p:cNvPr>
          <p:cNvSpPr>
            <a:spLocks noGrp="1"/>
          </p:cNvSpPr>
          <p:nvPr>
            <p:ph idx="46" hasCustomPrompt="1"/>
          </p:nvPr>
        </p:nvSpPr>
        <p:spPr>
          <a:xfrm>
            <a:off x="228600" y="4876800"/>
            <a:ext cx="4267200" cy="1234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
        <p:nvSpPr>
          <p:cNvPr id="29" name="_Content_Single_With_Title">
            <a:extLst>
              <a:ext uri="{FF2B5EF4-FFF2-40B4-BE49-F238E27FC236}">
                <a16:creationId xmlns:a16="http://schemas.microsoft.com/office/drawing/2014/main" id="{80C9714E-4BC4-0098-EFE5-A9EF564421E7}"/>
              </a:ext>
            </a:extLst>
          </p:cNvPr>
          <p:cNvSpPr>
            <a:spLocks noGrp="1"/>
          </p:cNvSpPr>
          <p:nvPr>
            <p:ph idx="47" hasCustomPrompt="1"/>
          </p:nvPr>
        </p:nvSpPr>
        <p:spPr>
          <a:xfrm>
            <a:off x="4648200" y="4876800"/>
            <a:ext cx="4267200" cy="1234440"/>
          </a:xfrm>
          <a:noFill/>
        </p:spPr>
        <p:txBody>
          <a:bodyPr>
            <a:normAutofit/>
          </a:bodyPr>
          <a:lstStyle>
            <a:lvl1pPr marL="137160" indent="-137160" algn="l" defTabSz="914400" rtl="0" eaLnBrk="1" latinLnBrk="0" hangingPunct="1">
              <a:spcBef>
                <a:spcPts val="150"/>
              </a:spcBef>
              <a:defRPr lang="en-US" sz="1000" kern="1200" dirty="0">
                <a:solidFill>
                  <a:schemeClr val="tx1"/>
                </a:solidFill>
                <a:latin typeface="+mn-lt"/>
                <a:ea typeface="+mn-ea"/>
                <a:cs typeface="+mn-cs"/>
              </a:defRPr>
            </a:lvl1pPr>
            <a:lvl2pPr marL="274320" indent="-137160" algn="l" defTabSz="914400" rtl="0" eaLnBrk="1" latinLnBrk="0" hangingPunct="1">
              <a:spcBef>
                <a:spcPts val="150"/>
              </a:spcBef>
              <a:defRPr lang="en-US" sz="1000" kern="1200" dirty="0">
                <a:solidFill>
                  <a:schemeClr val="tx1"/>
                </a:solidFill>
                <a:latin typeface="+mn-lt"/>
                <a:ea typeface="+mn-ea"/>
                <a:cs typeface="+mn-cs"/>
              </a:defRPr>
            </a:lvl2pPr>
            <a:lvl3pPr marL="411480" indent="-137160" algn="l" defTabSz="914400" rtl="0" eaLnBrk="1" latinLnBrk="0" hangingPunct="1">
              <a:spcBef>
                <a:spcPts val="150"/>
              </a:spcBef>
              <a:defRPr lang="en-US" sz="1000" kern="1200" dirty="0">
                <a:solidFill>
                  <a:schemeClr val="tx1"/>
                </a:solidFill>
                <a:latin typeface="+mn-lt"/>
                <a:ea typeface="+mn-ea"/>
                <a:cs typeface="+mn-cs"/>
              </a:defRPr>
            </a:lvl3pPr>
            <a:lvl4pPr marL="917575" indent="-228600">
              <a:defRPr sz="1100"/>
            </a:lvl4pPr>
            <a:lvl5pPr marL="1150938" indent="-228600">
              <a:defRPr sz="900"/>
            </a:lvl5pPr>
          </a:lstStyle>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0388596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over_1">
    <p:bg>
      <p:bgPr>
        <a:solidFill>
          <a:schemeClr val="bg1"/>
        </a:solidFill>
        <a:effectLst/>
      </p:bgPr>
    </p:bg>
    <p:spTree>
      <p:nvGrpSpPr>
        <p:cNvPr id="1" name=""/>
        <p:cNvGrpSpPr/>
        <p:nvPr/>
      </p:nvGrpSpPr>
      <p:grpSpPr>
        <a:xfrm>
          <a:off x="0" y="0"/>
          <a:ext cx="0" cy="0"/>
          <a:chOff x="0" y="0"/>
          <a:chExt cx="0" cy="0"/>
        </a:xfrm>
      </p:grpSpPr>
      <p:sp>
        <p:nvSpPr>
          <p:cNvPr id="37" name="Do not remove" hidden="1">
            <a:extLst>
              <a:ext uri="{FF2B5EF4-FFF2-40B4-BE49-F238E27FC236}">
                <a16:creationId xmlns:a16="http://schemas.microsoft.com/office/drawing/2014/main" id="{127A860E-4E34-F1BA-022C-BF2BA26ACCB4}"/>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Rectangle 2">
            <a:extLst>
              <a:ext uri="{FF2B5EF4-FFF2-40B4-BE49-F238E27FC236}">
                <a16:creationId xmlns:a16="http://schemas.microsoft.com/office/drawing/2014/main" id="{0C4E9F04-435D-F237-45BA-2BD8226C848E}"/>
              </a:ext>
            </a:extLst>
          </p:cNvPr>
          <p:cNvSpPr/>
          <p:nvPr userDrawn="1"/>
        </p:nvSpPr>
        <p:spPr bwMode="auto">
          <a:xfrm>
            <a:off x="0" y="6172200"/>
            <a:ext cx="9144000" cy="685800"/>
          </a:xfrm>
          <a:prstGeom prst="rect">
            <a:avLst/>
          </a:prstGeom>
          <a:solidFill>
            <a:srgbClr val="000066"/>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sz="1600">
                <a:solidFill>
                  <a:schemeClr val="bg1"/>
                </a:solidFill>
                <a:latin typeface="+mn-lt"/>
                <a:cs typeface="Arial" charset="0"/>
              </a:rPr>
              <a:t>DalFort Capital Partners | 3963 Maple Ave. Suite 170 | Dallas, TX 75219 | (214) 396-8880</a:t>
            </a:r>
            <a:endParaRPr kumimoji="0" lang="en-US" sz="1600" b="0" i="0" u="none" strike="noStrike" cap="none" normalizeH="0" baseline="0">
              <a:ln>
                <a:noFill/>
              </a:ln>
              <a:solidFill>
                <a:schemeClr val="bg1"/>
              </a:solidFill>
              <a:effectLst/>
              <a:latin typeface="+mn-lt"/>
              <a:cs typeface="Arial" charset="0"/>
            </a:endParaRPr>
          </a:p>
        </p:txBody>
      </p:sp>
      <p:sp>
        <p:nvSpPr>
          <p:cNvPr id="7" name="Rectangle 6">
            <a:extLst>
              <a:ext uri="{FF2B5EF4-FFF2-40B4-BE49-F238E27FC236}">
                <a16:creationId xmlns:a16="http://schemas.microsoft.com/office/drawing/2014/main" id="{DABBA9C0-6665-F5A6-5DD5-858139D0CF6C}"/>
              </a:ext>
            </a:extLst>
          </p:cNvPr>
          <p:cNvSpPr/>
          <p:nvPr userDrawn="1"/>
        </p:nvSpPr>
        <p:spPr bwMode="auto">
          <a:xfrm>
            <a:off x="0" y="-426"/>
            <a:ext cx="9144000" cy="685800"/>
          </a:xfrm>
          <a:prstGeom prst="rect">
            <a:avLst/>
          </a:prstGeom>
          <a:solidFill>
            <a:srgbClr val="000066"/>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endParaRPr kumimoji="0" lang="en-US" sz="1600" b="0" i="0" u="none" strike="noStrike" cap="none" normalizeH="0" baseline="0">
              <a:ln>
                <a:noFill/>
              </a:ln>
              <a:solidFill>
                <a:schemeClr val="bg1"/>
              </a:solidFill>
              <a:effectLst/>
              <a:latin typeface="+mn-lt"/>
              <a:cs typeface="Arial" charset="0"/>
            </a:endParaRPr>
          </a:p>
        </p:txBody>
      </p:sp>
      <p:grpSp>
        <p:nvGrpSpPr>
          <p:cNvPr id="8" name="Group 7">
            <a:extLst>
              <a:ext uri="{FF2B5EF4-FFF2-40B4-BE49-F238E27FC236}">
                <a16:creationId xmlns:a16="http://schemas.microsoft.com/office/drawing/2014/main" id="{2D576FE0-E81B-733A-2ED9-06720895A361}"/>
              </a:ext>
            </a:extLst>
          </p:cNvPr>
          <p:cNvGrpSpPr/>
          <p:nvPr userDrawn="1"/>
        </p:nvGrpSpPr>
        <p:grpSpPr>
          <a:xfrm>
            <a:off x="0" y="1714500"/>
            <a:ext cx="9147982" cy="2781300"/>
            <a:chOff x="0" y="1485900"/>
            <a:chExt cx="9147982" cy="2781300"/>
          </a:xfrm>
        </p:grpSpPr>
        <p:pic>
          <p:nvPicPr>
            <p:cNvPr id="9" name="Picture 8">
              <a:extLst>
                <a:ext uri="{FF2B5EF4-FFF2-40B4-BE49-F238E27FC236}">
                  <a16:creationId xmlns:a16="http://schemas.microsoft.com/office/drawing/2014/main" id="{A7A1BA23-414C-F418-CC02-AF44BDB788A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141"/>
            <a:stretch/>
          </p:blipFill>
          <p:spPr>
            <a:xfrm>
              <a:off x="3060269" y="1622727"/>
              <a:ext cx="3026285" cy="1216152"/>
            </a:xfrm>
            <a:prstGeom prst="rect">
              <a:avLst/>
            </a:prstGeom>
          </p:spPr>
        </p:pic>
        <p:pic>
          <p:nvPicPr>
            <p:cNvPr id="10" name="Picture 9">
              <a:extLst>
                <a:ext uri="{FF2B5EF4-FFF2-40B4-BE49-F238E27FC236}">
                  <a16:creationId xmlns:a16="http://schemas.microsoft.com/office/drawing/2014/main" id="{6BE6808A-C503-C2CE-6C0E-274C6F9B5B8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77152" y="2928567"/>
              <a:ext cx="2991736" cy="1216152"/>
            </a:xfrm>
            <a:prstGeom prst="rect">
              <a:avLst/>
            </a:prstGeom>
          </p:spPr>
        </p:pic>
        <p:pic>
          <p:nvPicPr>
            <p:cNvPr id="11" name="Picture 10">
              <a:extLst>
                <a:ext uri="{FF2B5EF4-FFF2-40B4-BE49-F238E27FC236}">
                  <a16:creationId xmlns:a16="http://schemas.microsoft.com/office/drawing/2014/main" id="{8AED0FDA-10B6-7AFF-256A-FDE887C363E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56246" y="1628345"/>
              <a:ext cx="2991736" cy="1216152"/>
            </a:xfrm>
            <a:prstGeom prst="rect">
              <a:avLst/>
            </a:prstGeom>
          </p:spPr>
        </p:pic>
        <p:pic>
          <p:nvPicPr>
            <p:cNvPr id="12" name="Picture 11">
              <a:extLst>
                <a:ext uri="{FF2B5EF4-FFF2-40B4-BE49-F238E27FC236}">
                  <a16:creationId xmlns:a16="http://schemas.microsoft.com/office/drawing/2014/main" id="{8B37D341-19E4-2C9B-39D1-8E9363BC7FA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1641045"/>
              <a:ext cx="2991736" cy="1216152"/>
            </a:xfrm>
            <a:prstGeom prst="rect">
              <a:avLst/>
            </a:prstGeom>
          </p:spPr>
        </p:pic>
        <p:pic>
          <p:nvPicPr>
            <p:cNvPr id="13" name="Picture 12">
              <a:extLst>
                <a:ext uri="{FF2B5EF4-FFF2-40B4-BE49-F238E27FC236}">
                  <a16:creationId xmlns:a16="http://schemas.microsoft.com/office/drawing/2014/main" id="{22C4E424-3379-426D-A535-0F6E5D387C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0" y="2928567"/>
              <a:ext cx="2991736" cy="1216152"/>
            </a:xfrm>
            <a:prstGeom prst="rect">
              <a:avLst/>
            </a:prstGeom>
          </p:spPr>
        </p:pic>
        <p:pic>
          <p:nvPicPr>
            <p:cNvPr id="14" name="Picture 13">
              <a:extLst>
                <a:ext uri="{FF2B5EF4-FFF2-40B4-BE49-F238E27FC236}">
                  <a16:creationId xmlns:a16="http://schemas.microsoft.com/office/drawing/2014/main" id="{722D6151-F566-69F7-7188-C1E1D441F4E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156246" y="2928567"/>
              <a:ext cx="2991736" cy="1216152"/>
            </a:xfrm>
            <a:prstGeom prst="rect">
              <a:avLst/>
            </a:prstGeom>
          </p:spPr>
        </p:pic>
        <p:cxnSp>
          <p:nvCxnSpPr>
            <p:cNvPr id="15" name="Straight Connector 14">
              <a:extLst>
                <a:ext uri="{FF2B5EF4-FFF2-40B4-BE49-F238E27FC236}">
                  <a16:creationId xmlns:a16="http://schemas.microsoft.com/office/drawing/2014/main" id="{D2493D51-31D3-6D2C-5659-F230B21A4AA5}"/>
                </a:ext>
              </a:extLst>
            </p:cNvPr>
            <p:cNvCxnSpPr/>
            <p:nvPr/>
          </p:nvCxnSpPr>
          <p:spPr>
            <a:xfrm>
              <a:off x="0" y="1485900"/>
              <a:ext cx="9144000"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D3B3270-72CC-EB80-E049-EC50F406EE14}"/>
                </a:ext>
              </a:extLst>
            </p:cNvPr>
            <p:cNvCxnSpPr/>
            <p:nvPr/>
          </p:nvCxnSpPr>
          <p:spPr>
            <a:xfrm>
              <a:off x="0" y="4267200"/>
              <a:ext cx="9144000"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48BDF1D9-65E9-8D7C-A561-8A0297F50652}"/>
                </a:ext>
              </a:extLst>
            </p:cNvPr>
            <p:cNvSpPr/>
            <p:nvPr/>
          </p:nvSpPr>
          <p:spPr>
            <a:xfrm>
              <a:off x="2984069" y="1612699"/>
              <a:ext cx="76200" cy="254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a:extLst>
                <a:ext uri="{FF2B5EF4-FFF2-40B4-BE49-F238E27FC236}">
                  <a16:creationId xmlns:a16="http://schemas.microsoft.com/office/drawing/2014/main" id="{5450CF98-11CA-ECCB-9D0D-3701A0B1F599}"/>
                </a:ext>
              </a:extLst>
            </p:cNvPr>
            <p:cNvSpPr/>
            <p:nvPr/>
          </p:nvSpPr>
          <p:spPr>
            <a:xfrm>
              <a:off x="6074467" y="1612699"/>
              <a:ext cx="76200" cy="254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a:extLst>
                <a:ext uri="{FF2B5EF4-FFF2-40B4-BE49-F238E27FC236}">
                  <a16:creationId xmlns:a16="http://schemas.microsoft.com/office/drawing/2014/main" id="{12BF662D-911A-E0E9-A0D0-CF729A135B5D}"/>
                </a:ext>
              </a:extLst>
            </p:cNvPr>
            <p:cNvSpPr/>
            <p:nvPr/>
          </p:nvSpPr>
          <p:spPr>
            <a:xfrm rot="5400000">
              <a:off x="4535891" y="-1692231"/>
              <a:ext cx="76200" cy="914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0" name="Picture 19">
            <a:extLst>
              <a:ext uri="{FF2B5EF4-FFF2-40B4-BE49-F238E27FC236}">
                <a16:creationId xmlns:a16="http://schemas.microsoft.com/office/drawing/2014/main" id="{1D5A265F-05D0-1000-090F-27CD33DBFAC7}"/>
              </a:ext>
            </a:extLst>
          </p:cNvPr>
          <p:cNvPicPr>
            <a:picLocks noChangeAspect="1"/>
          </p:cNvPicPr>
          <p:nvPr userDrawn="1"/>
        </p:nvPicPr>
        <p:blipFill>
          <a:blip r:embed="rId9"/>
          <a:stretch>
            <a:fillRect/>
          </a:stretch>
        </p:blipFill>
        <p:spPr>
          <a:xfrm>
            <a:off x="1524000" y="798775"/>
            <a:ext cx="5791200" cy="800042"/>
          </a:xfrm>
          <a:prstGeom prst="rect">
            <a:avLst/>
          </a:prstGeom>
        </p:spPr>
      </p:pic>
      <p:sp>
        <p:nvSpPr>
          <p:cNvPr id="24" name="Picture Placeholder 23">
            <a:extLst>
              <a:ext uri="{FF2B5EF4-FFF2-40B4-BE49-F238E27FC236}">
                <a16:creationId xmlns:a16="http://schemas.microsoft.com/office/drawing/2014/main" id="{15449318-4E21-39E5-8D6E-802111611538}"/>
              </a:ext>
            </a:extLst>
          </p:cNvPr>
          <p:cNvSpPr>
            <a:spLocks noGrp="1"/>
          </p:cNvSpPr>
          <p:nvPr>
            <p:ph type="pic" sz="quarter" idx="11" hasCustomPrompt="1"/>
          </p:nvPr>
        </p:nvSpPr>
        <p:spPr>
          <a:xfrm>
            <a:off x="3845225" y="5309556"/>
            <a:ext cx="1447800" cy="512866"/>
          </a:xfrm>
          <a:noFill/>
        </p:spPr>
        <p:txBody>
          <a:bodyPr vert="horz" lIns="91440" tIns="45720" rIns="91440" bIns="45720" rtlCol="0" anchor="t">
            <a:normAutofit/>
          </a:bodyPr>
          <a:lstStyle>
            <a:lvl1pPr marL="0" indent="0" algn="ctr">
              <a:buNone/>
              <a:defRPr lang="en-US" sz="1600" dirty="0">
                <a:solidFill>
                  <a:schemeClr val="bg1"/>
                </a:solidFill>
              </a:defRPr>
            </a:lvl1pPr>
          </a:lstStyle>
          <a:p>
            <a:pPr marL="233363" lvl="0" indent="-233363"/>
            <a:r>
              <a:rPr lang="en-US"/>
              <a:t>[]</a:t>
            </a:r>
          </a:p>
        </p:txBody>
      </p:sp>
      <p:sp>
        <p:nvSpPr>
          <p:cNvPr id="33" name="Text Placeholder 32">
            <a:extLst>
              <a:ext uri="{FF2B5EF4-FFF2-40B4-BE49-F238E27FC236}">
                <a16:creationId xmlns:a16="http://schemas.microsoft.com/office/drawing/2014/main" id="{E60BEEFB-4494-7891-A29F-2DF7B1DF1329}"/>
              </a:ext>
            </a:extLst>
          </p:cNvPr>
          <p:cNvSpPr>
            <a:spLocks noGrp="1"/>
          </p:cNvSpPr>
          <p:nvPr>
            <p:ph type="body" sz="quarter" idx="12" hasCustomPrompt="1"/>
          </p:nvPr>
        </p:nvSpPr>
        <p:spPr>
          <a:xfrm>
            <a:off x="-2875" y="4893784"/>
            <a:ext cx="9144000" cy="338138"/>
          </a:xfrm>
        </p:spPr>
        <p:txBody>
          <a:bodyPr>
            <a:normAutofit/>
          </a:bodyPr>
          <a:lstStyle>
            <a:lvl1pPr marL="0" indent="0" algn="ctr">
              <a:buNone/>
              <a:defRPr sz="1600" b="0"/>
            </a:lvl1pPr>
          </a:lstStyle>
          <a:p>
            <a:pPr lvl="0"/>
            <a:r>
              <a:rPr lang="en-US"/>
              <a:t>Click to Edit Sub-Title</a:t>
            </a:r>
          </a:p>
        </p:txBody>
      </p:sp>
      <p:sp>
        <p:nvSpPr>
          <p:cNvPr id="34" name="Text Placeholder 32">
            <a:extLst>
              <a:ext uri="{FF2B5EF4-FFF2-40B4-BE49-F238E27FC236}">
                <a16:creationId xmlns:a16="http://schemas.microsoft.com/office/drawing/2014/main" id="{0DD3B0E9-80B5-D680-B6ED-793F727D00FE}"/>
              </a:ext>
            </a:extLst>
          </p:cNvPr>
          <p:cNvSpPr>
            <a:spLocks noGrp="1"/>
          </p:cNvSpPr>
          <p:nvPr>
            <p:ph type="body" sz="quarter" idx="13" hasCustomPrompt="1"/>
          </p:nvPr>
        </p:nvSpPr>
        <p:spPr>
          <a:xfrm>
            <a:off x="-2875" y="4521410"/>
            <a:ext cx="9144000" cy="338138"/>
          </a:xfrm>
        </p:spPr>
        <p:txBody>
          <a:bodyPr>
            <a:normAutofit/>
          </a:bodyPr>
          <a:lstStyle>
            <a:lvl1pPr marL="0" indent="0" algn="ctr">
              <a:buNone/>
              <a:defRPr sz="1600" b="1"/>
            </a:lvl1pPr>
          </a:lstStyle>
          <a:p>
            <a:pPr lvl="0"/>
            <a:r>
              <a:rPr lang="en-US"/>
              <a:t>Click to Edit Title</a:t>
            </a:r>
          </a:p>
        </p:txBody>
      </p:sp>
      <p:sp>
        <p:nvSpPr>
          <p:cNvPr id="36" name="Text Placeholder 32">
            <a:extLst>
              <a:ext uri="{FF2B5EF4-FFF2-40B4-BE49-F238E27FC236}">
                <a16:creationId xmlns:a16="http://schemas.microsoft.com/office/drawing/2014/main" id="{403F022D-5BEC-917C-5262-286F4E739426}"/>
              </a:ext>
            </a:extLst>
          </p:cNvPr>
          <p:cNvSpPr>
            <a:spLocks noGrp="1"/>
          </p:cNvSpPr>
          <p:nvPr>
            <p:ph type="body" sz="quarter" idx="14" hasCustomPrompt="1"/>
          </p:nvPr>
        </p:nvSpPr>
        <p:spPr>
          <a:xfrm>
            <a:off x="3982" y="5885818"/>
            <a:ext cx="9144000" cy="274320"/>
          </a:xfrm>
        </p:spPr>
        <p:txBody>
          <a:bodyPr>
            <a:normAutofit/>
          </a:bodyPr>
          <a:lstStyle>
            <a:lvl1pPr marL="0" indent="0" algn="ctr">
              <a:buNone/>
              <a:defRPr sz="1200" b="0" i="0"/>
            </a:lvl1pPr>
          </a:lstStyle>
          <a:p>
            <a:pPr lvl="0"/>
            <a:r>
              <a:rPr lang="en-US"/>
              <a:t>Date</a:t>
            </a:r>
          </a:p>
        </p:txBody>
      </p:sp>
    </p:spTree>
    <p:extLst>
      <p:ext uri="{BB962C8B-B14F-4D97-AF65-F5344CB8AC3E}">
        <p14:creationId xmlns:p14="http://schemas.microsoft.com/office/powerpoint/2010/main" val="177139261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nvGrpSpPr>
          <p:cNvPr id="27" name="Agenda Level 3" hidden="1"/>
          <p:cNvGrpSpPr/>
          <p:nvPr userDrawn="1"/>
        </p:nvGrpSpPr>
        <p:grpSpPr>
          <a:xfrm>
            <a:off x="1356945" y="2895600"/>
            <a:ext cx="7329856" cy="369332"/>
            <a:chOff x="1356945" y="1998175"/>
            <a:chExt cx="7329856" cy="369332"/>
          </a:xfrm>
        </p:grpSpPr>
        <p:sp>
          <p:nvSpPr>
            <p:cNvPr id="32" name="DH Agenda 2 Topic"/>
            <p:cNvSpPr txBox="1"/>
            <p:nvPr userDrawn="1"/>
          </p:nvSpPr>
          <p:spPr>
            <a:xfrm>
              <a:off x="1356945" y="1998175"/>
              <a:ext cx="6796456" cy="369332"/>
            </a:xfrm>
            <a:prstGeom prst="rect">
              <a:avLst/>
            </a:prstGeom>
            <a:noFill/>
          </p:spPr>
          <p:txBody>
            <a:bodyPr wrap="square" tIns="0" bIns="0" rtlCol="0" anchor="ctr" anchorCtr="0">
              <a:noAutofit/>
            </a:bodyPr>
            <a:lstStyle/>
            <a:p>
              <a:pPr marL="346075" indent="-346075"/>
              <a:r>
                <a:rPr lang="en-US" sz="1800">
                  <a:solidFill>
                    <a:srgbClr val="595959"/>
                  </a:solidFill>
                </a:rPr>
                <a:t>[Topic]</a:t>
              </a:r>
            </a:p>
          </p:txBody>
        </p:sp>
        <p:sp>
          <p:nvSpPr>
            <p:cNvPr id="33" name="DH Agenda 2 Page"/>
            <p:cNvSpPr txBox="1"/>
            <p:nvPr userDrawn="1"/>
          </p:nvSpPr>
          <p:spPr>
            <a:xfrm>
              <a:off x="8153401" y="1998175"/>
              <a:ext cx="533400" cy="369332"/>
            </a:xfrm>
            <a:prstGeom prst="rect">
              <a:avLst/>
            </a:prstGeom>
            <a:noFill/>
          </p:spPr>
          <p:txBody>
            <a:bodyPr wrap="square" lIns="0" tIns="0" bIns="0" rtlCol="0" anchor="ctr" anchorCtr="0">
              <a:noAutofit/>
            </a:bodyPr>
            <a:lstStyle/>
            <a:p>
              <a:pPr algn="r"/>
              <a:r>
                <a:rPr lang="en-US" sz="1800">
                  <a:solidFill>
                    <a:srgbClr val="595959"/>
                  </a:solidFill>
                </a:rPr>
                <a:t>[P]</a:t>
              </a:r>
            </a:p>
          </p:txBody>
        </p:sp>
      </p:grpSp>
      <p:grpSp>
        <p:nvGrpSpPr>
          <p:cNvPr id="31" name="Agenda Level 2 Active" hidden="1"/>
          <p:cNvGrpSpPr/>
          <p:nvPr userDrawn="1"/>
        </p:nvGrpSpPr>
        <p:grpSpPr>
          <a:xfrm>
            <a:off x="905607" y="2443707"/>
            <a:ext cx="7781194" cy="369332"/>
            <a:chOff x="905607" y="2443707"/>
            <a:chExt cx="7781194" cy="369332"/>
          </a:xfrm>
        </p:grpSpPr>
        <p:sp>
          <p:nvSpPr>
            <p:cNvPr id="20" name="DH Agenda 2 Topic Active"/>
            <p:cNvSpPr txBox="1"/>
            <p:nvPr userDrawn="1"/>
          </p:nvSpPr>
          <p:spPr>
            <a:xfrm>
              <a:off x="1356945" y="2443707"/>
              <a:ext cx="6796456" cy="369332"/>
            </a:xfrm>
            <a:prstGeom prst="rect">
              <a:avLst/>
            </a:prstGeom>
            <a:solidFill>
              <a:srgbClr val="DCE6F2"/>
            </a:solidFill>
          </p:spPr>
          <p:txBody>
            <a:bodyPr wrap="square" lIns="91440" tIns="0" rIns="91440" bIns="0" rtlCol="0" anchor="ctr" anchorCtr="0">
              <a:noAutofit/>
            </a:bodyPr>
            <a:lstStyle/>
            <a:p>
              <a:pPr marL="346075" indent="-346075"/>
              <a:r>
                <a:rPr lang="en-US" sz="1800" b="1">
                  <a:solidFill>
                    <a:srgbClr val="595959"/>
                  </a:solidFill>
                </a:rPr>
                <a:t>[Topic]</a:t>
              </a:r>
            </a:p>
          </p:txBody>
        </p:sp>
        <p:sp>
          <p:nvSpPr>
            <p:cNvPr id="21" name="DH Agenda 2 Page Active"/>
            <p:cNvSpPr txBox="1"/>
            <p:nvPr userDrawn="1"/>
          </p:nvSpPr>
          <p:spPr>
            <a:xfrm>
              <a:off x="8153401" y="2443707"/>
              <a:ext cx="533400" cy="369332"/>
            </a:xfrm>
            <a:prstGeom prst="rect">
              <a:avLst/>
            </a:prstGeom>
            <a:solidFill>
              <a:srgbClr val="DCE6F2"/>
            </a:solidFill>
          </p:spPr>
          <p:txBody>
            <a:bodyPr wrap="square" lIns="0" tIns="0" bIns="0" rtlCol="0" anchor="ctr" anchorCtr="0">
              <a:noAutofit/>
            </a:bodyPr>
            <a:lstStyle/>
            <a:p>
              <a:pPr algn="r"/>
              <a:r>
                <a:rPr lang="en-US" sz="1800" b="1">
                  <a:solidFill>
                    <a:srgbClr val="595959"/>
                  </a:solidFill>
                </a:rPr>
                <a:t>[P]</a:t>
              </a:r>
            </a:p>
          </p:txBody>
        </p:sp>
        <p:sp>
          <p:nvSpPr>
            <p:cNvPr id="26" name="DH Agenda 2 Section Active"/>
            <p:cNvSpPr txBox="1"/>
            <p:nvPr userDrawn="1"/>
          </p:nvSpPr>
          <p:spPr>
            <a:xfrm>
              <a:off x="905607" y="2443707"/>
              <a:ext cx="381000" cy="369332"/>
            </a:xfrm>
            <a:prstGeom prst="rect">
              <a:avLst/>
            </a:prstGeom>
            <a:solidFill>
              <a:srgbClr val="376092"/>
            </a:solidFill>
          </p:spPr>
          <p:txBody>
            <a:bodyPr wrap="none" lIns="0" tIns="0" rIns="0" bIns="0" rtlCol="0" anchor="ctr" anchorCtr="0">
              <a:noAutofit/>
            </a:bodyPr>
            <a:lstStyle/>
            <a:p>
              <a:pPr algn="ctr"/>
              <a:r>
                <a:rPr lang="en-US" sz="1800" b="1">
                  <a:solidFill>
                    <a:schemeClr val="bg1"/>
                  </a:solidFill>
                </a:rPr>
                <a:t>[#]</a:t>
              </a:r>
            </a:p>
          </p:txBody>
        </p:sp>
      </p:grpSp>
      <p:grpSp>
        <p:nvGrpSpPr>
          <p:cNvPr id="30" name="Agenda Level 2" hidden="1"/>
          <p:cNvGrpSpPr/>
          <p:nvPr userDrawn="1"/>
        </p:nvGrpSpPr>
        <p:grpSpPr>
          <a:xfrm>
            <a:off x="905607" y="1998175"/>
            <a:ext cx="7781194" cy="369332"/>
            <a:chOff x="905607" y="1998175"/>
            <a:chExt cx="7781194" cy="369332"/>
          </a:xfrm>
        </p:grpSpPr>
        <p:sp>
          <p:nvSpPr>
            <p:cNvPr id="18" name="DH Agenda 2 Topic"/>
            <p:cNvSpPr txBox="1"/>
            <p:nvPr userDrawn="1"/>
          </p:nvSpPr>
          <p:spPr>
            <a:xfrm>
              <a:off x="1356945" y="1998175"/>
              <a:ext cx="6796456" cy="362971"/>
            </a:xfrm>
            <a:prstGeom prst="rect">
              <a:avLst/>
            </a:prstGeom>
            <a:noFill/>
          </p:spPr>
          <p:txBody>
            <a:bodyPr wrap="square" lIns="91440" tIns="0" rIns="91440" bIns="0" rtlCol="0" anchor="ctr" anchorCtr="0">
              <a:noAutofit/>
            </a:bodyPr>
            <a:lstStyle/>
            <a:p>
              <a:pPr marL="346075" indent="-346075"/>
              <a:r>
                <a:rPr lang="en-US" sz="1800">
                  <a:solidFill>
                    <a:srgbClr val="595959"/>
                  </a:solidFill>
                </a:rPr>
                <a:t>[Topic]</a:t>
              </a:r>
            </a:p>
          </p:txBody>
        </p:sp>
        <p:sp>
          <p:nvSpPr>
            <p:cNvPr id="19" name="DH Agenda 2 Page"/>
            <p:cNvSpPr txBox="1"/>
            <p:nvPr userDrawn="1"/>
          </p:nvSpPr>
          <p:spPr>
            <a:xfrm>
              <a:off x="8153401" y="1998175"/>
              <a:ext cx="533400" cy="369332"/>
            </a:xfrm>
            <a:prstGeom prst="rect">
              <a:avLst/>
            </a:prstGeom>
            <a:noFill/>
          </p:spPr>
          <p:txBody>
            <a:bodyPr wrap="square" lIns="0" tIns="0" bIns="0" rtlCol="0" anchor="ctr" anchorCtr="0">
              <a:noAutofit/>
            </a:bodyPr>
            <a:lstStyle/>
            <a:p>
              <a:pPr algn="r"/>
              <a:r>
                <a:rPr lang="en-US" sz="1800">
                  <a:solidFill>
                    <a:srgbClr val="595959"/>
                  </a:solidFill>
                </a:rPr>
                <a:t>[P]</a:t>
              </a:r>
            </a:p>
          </p:txBody>
        </p:sp>
        <p:sp>
          <p:nvSpPr>
            <p:cNvPr id="25" name="DH Agenda 2 Section"/>
            <p:cNvSpPr txBox="1"/>
            <p:nvPr userDrawn="1"/>
          </p:nvSpPr>
          <p:spPr>
            <a:xfrm>
              <a:off x="905607" y="1998175"/>
              <a:ext cx="381000" cy="369332"/>
            </a:xfrm>
            <a:prstGeom prst="rect">
              <a:avLst/>
            </a:prstGeom>
            <a:solidFill>
              <a:srgbClr val="376092"/>
            </a:solidFill>
          </p:spPr>
          <p:txBody>
            <a:bodyPr wrap="none" lIns="0" tIns="0" rIns="0" bIns="0" rtlCol="0" anchor="ctr" anchorCtr="0">
              <a:noAutofit/>
            </a:bodyPr>
            <a:lstStyle/>
            <a:p>
              <a:pPr algn="ctr"/>
              <a:r>
                <a:rPr lang="en-US" sz="1800" b="1">
                  <a:solidFill>
                    <a:schemeClr val="bg1"/>
                  </a:solidFill>
                </a:rPr>
                <a:t>[#]</a:t>
              </a:r>
            </a:p>
          </p:txBody>
        </p:sp>
      </p:grpSp>
      <p:grpSp>
        <p:nvGrpSpPr>
          <p:cNvPr id="29" name="Agenda Level 1 Active" hidden="1"/>
          <p:cNvGrpSpPr/>
          <p:nvPr userDrawn="1"/>
        </p:nvGrpSpPr>
        <p:grpSpPr>
          <a:xfrm>
            <a:off x="454269" y="1550182"/>
            <a:ext cx="8235462" cy="369332"/>
            <a:chOff x="454269" y="1550182"/>
            <a:chExt cx="8235462" cy="369332"/>
          </a:xfrm>
        </p:grpSpPr>
        <p:sp>
          <p:nvSpPr>
            <p:cNvPr id="12" name="DH Agenda 1 Topic Active"/>
            <p:cNvSpPr txBox="1"/>
            <p:nvPr userDrawn="1"/>
          </p:nvSpPr>
          <p:spPr>
            <a:xfrm>
              <a:off x="905607" y="1550182"/>
              <a:ext cx="7253655" cy="369332"/>
            </a:xfrm>
            <a:prstGeom prst="rect">
              <a:avLst/>
            </a:prstGeom>
            <a:solidFill>
              <a:srgbClr val="DCE6F2"/>
            </a:solidFill>
          </p:spPr>
          <p:txBody>
            <a:bodyPr wrap="square" lIns="91440" tIns="0" rIns="91440" bIns="0" rtlCol="0" anchor="ctr" anchorCtr="0">
              <a:noAutofit/>
            </a:bodyPr>
            <a:lstStyle/>
            <a:p>
              <a:r>
                <a:rPr lang="en-US" sz="1800" b="1">
                  <a:solidFill>
                    <a:srgbClr val="595959"/>
                  </a:solidFill>
                </a:rPr>
                <a:t>[Topic]</a:t>
              </a:r>
            </a:p>
          </p:txBody>
        </p:sp>
        <p:sp>
          <p:nvSpPr>
            <p:cNvPr id="13" name="DH Agenda 1 Page Active"/>
            <p:cNvSpPr txBox="1"/>
            <p:nvPr userDrawn="1"/>
          </p:nvSpPr>
          <p:spPr>
            <a:xfrm>
              <a:off x="8156331" y="1550182"/>
              <a:ext cx="533400" cy="369332"/>
            </a:xfrm>
            <a:prstGeom prst="rect">
              <a:avLst/>
            </a:prstGeom>
            <a:solidFill>
              <a:srgbClr val="DCE6F2"/>
            </a:solidFill>
          </p:spPr>
          <p:txBody>
            <a:bodyPr wrap="square" lIns="0" tIns="0" rIns="91440" bIns="0" rtlCol="0" anchor="ctr" anchorCtr="0">
              <a:noAutofit/>
            </a:bodyPr>
            <a:lstStyle/>
            <a:p>
              <a:pPr algn="r"/>
              <a:r>
                <a:rPr lang="en-US" sz="1800" b="1">
                  <a:solidFill>
                    <a:srgbClr val="595959"/>
                  </a:solidFill>
                </a:rPr>
                <a:t>[P]</a:t>
              </a:r>
            </a:p>
          </p:txBody>
        </p:sp>
        <p:sp>
          <p:nvSpPr>
            <p:cNvPr id="22" name="DH Agenda 1 Section Active"/>
            <p:cNvSpPr txBox="1"/>
            <p:nvPr userDrawn="1"/>
          </p:nvSpPr>
          <p:spPr>
            <a:xfrm>
              <a:off x="454269" y="1550182"/>
              <a:ext cx="381000" cy="369332"/>
            </a:xfrm>
            <a:prstGeom prst="rect">
              <a:avLst/>
            </a:prstGeom>
            <a:solidFill>
              <a:srgbClr val="376092"/>
            </a:solidFill>
          </p:spPr>
          <p:txBody>
            <a:bodyPr wrap="none" lIns="0" tIns="0" rIns="0" bIns="0" rtlCol="0" anchor="ctr" anchorCtr="0">
              <a:noAutofit/>
            </a:bodyPr>
            <a:lstStyle/>
            <a:p>
              <a:pPr algn="ctr"/>
              <a:r>
                <a:rPr lang="en-US" sz="1800" b="1">
                  <a:solidFill>
                    <a:schemeClr val="bg1"/>
                  </a:solidFill>
                </a:rPr>
                <a:t>[#]</a:t>
              </a:r>
            </a:p>
          </p:txBody>
        </p:sp>
      </p:grpSp>
      <p:grpSp>
        <p:nvGrpSpPr>
          <p:cNvPr id="28" name="Agenda Level 1" hidden="1"/>
          <p:cNvGrpSpPr/>
          <p:nvPr userDrawn="1"/>
        </p:nvGrpSpPr>
        <p:grpSpPr>
          <a:xfrm>
            <a:off x="451340" y="1107830"/>
            <a:ext cx="8241323" cy="369332"/>
            <a:chOff x="451339" y="1107830"/>
            <a:chExt cx="8241323" cy="369332"/>
          </a:xfrm>
        </p:grpSpPr>
        <p:sp>
          <p:nvSpPr>
            <p:cNvPr id="3" name="DH Agenda 1 Topic"/>
            <p:cNvSpPr txBox="1"/>
            <p:nvPr userDrawn="1"/>
          </p:nvSpPr>
          <p:spPr>
            <a:xfrm>
              <a:off x="908538" y="1107830"/>
              <a:ext cx="7250724" cy="369332"/>
            </a:xfrm>
            <a:prstGeom prst="rect">
              <a:avLst/>
            </a:prstGeom>
            <a:noFill/>
          </p:spPr>
          <p:txBody>
            <a:bodyPr wrap="square" lIns="91440" tIns="0" rIns="91440" bIns="0" rtlCol="0" anchor="ctr" anchorCtr="0">
              <a:noAutofit/>
            </a:bodyPr>
            <a:lstStyle/>
            <a:p>
              <a:r>
                <a:rPr lang="en-US" sz="1800">
                  <a:solidFill>
                    <a:srgbClr val="595959"/>
                  </a:solidFill>
                </a:rPr>
                <a:t>[Topic]</a:t>
              </a:r>
            </a:p>
          </p:txBody>
        </p:sp>
        <p:sp>
          <p:nvSpPr>
            <p:cNvPr id="11" name="DH Agenda 1 Page"/>
            <p:cNvSpPr txBox="1"/>
            <p:nvPr userDrawn="1"/>
          </p:nvSpPr>
          <p:spPr>
            <a:xfrm>
              <a:off x="8229600" y="1107830"/>
              <a:ext cx="463062" cy="369332"/>
            </a:xfrm>
            <a:prstGeom prst="rect">
              <a:avLst/>
            </a:prstGeom>
            <a:noFill/>
          </p:spPr>
          <p:txBody>
            <a:bodyPr wrap="none" lIns="0" tIns="0" rIns="91440" bIns="0" rtlCol="0" anchor="ctr" anchorCtr="0">
              <a:noAutofit/>
            </a:bodyPr>
            <a:lstStyle/>
            <a:p>
              <a:pPr algn="r"/>
              <a:r>
                <a:rPr lang="en-US" sz="1800">
                  <a:solidFill>
                    <a:srgbClr val="595959"/>
                  </a:solidFill>
                </a:rPr>
                <a:t>[P]</a:t>
              </a:r>
            </a:p>
          </p:txBody>
        </p:sp>
        <p:sp>
          <p:nvSpPr>
            <p:cNvPr id="23" name="DH Agenda 1 Section"/>
            <p:cNvSpPr txBox="1"/>
            <p:nvPr userDrawn="1"/>
          </p:nvSpPr>
          <p:spPr>
            <a:xfrm>
              <a:off x="451339" y="1107830"/>
              <a:ext cx="381000" cy="369332"/>
            </a:xfrm>
            <a:prstGeom prst="rect">
              <a:avLst/>
            </a:prstGeom>
            <a:solidFill>
              <a:srgbClr val="376092"/>
            </a:solidFill>
          </p:spPr>
          <p:txBody>
            <a:bodyPr wrap="none" lIns="0" tIns="0" rIns="0" bIns="0" rtlCol="0" anchor="ctr" anchorCtr="0">
              <a:noAutofit/>
            </a:bodyPr>
            <a:lstStyle/>
            <a:p>
              <a:pPr algn="ctr"/>
              <a:r>
                <a:rPr lang="en-US" sz="1800" b="1">
                  <a:solidFill>
                    <a:schemeClr val="bg1"/>
                  </a:solidFill>
                </a:rPr>
                <a:t>[#]</a:t>
              </a:r>
            </a:p>
          </p:txBody>
        </p:sp>
      </p:grpSp>
      <p:sp>
        <p:nvSpPr>
          <p:cNvPr id="34" name="Slide Number Placeholder 33"/>
          <p:cNvSpPr>
            <a:spLocks noGrp="1"/>
          </p:cNvSpPr>
          <p:nvPr>
            <p:ph type="sldNum" sz="quarter" idx="11"/>
          </p:nvPr>
        </p:nvSpPr>
        <p:spPr/>
        <p:txBody>
          <a:bodyPr/>
          <a:lstStyle/>
          <a:p>
            <a:fld id="{7E3C215A-CA0B-463C-9D89-24248B22F3D6}" type="slidenum">
              <a:rPr lang="en-US" smtClean="0"/>
              <a:pPr/>
              <a:t>‹#›</a:t>
            </a:fld>
            <a:endParaRPr lang="en-US"/>
          </a:p>
        </p:txBody>
      </p:sp>
      <p:sp>
        <p:nvSpPr>
          <p:cNvPr id="9" name="Text Placeholder 2">
            <a:extLst>
              <a:ext uri="{FF2B5EF4-FFF2-40B4-BE49-F238E27FC236}">
                <a16:creationId xmlns:a16="http://schemas.microsoft.com/office/drawing/2014/main" id="{B0A4D64A-C2E6-453E-D6F1-677466DEED5F}"/>
              </a:ext>
            </a:extLst>
          </p:cNvPr>
          <p:cNvSpPr>
            <a:spLocks noGrp="1"/>
          </p:cNvSpPr>
          <p:nvPr>
            <p:ph idx="1" hasCustomPrompt="1"/>
          </p:nvPr>
        </p:nvSpPr>
        <p:spPr>
          <a:xfrm>
            <a:off x="228600" y="824042"/>
            <a:ext cx="8686800" cy="5424358"/>
          </a:xfrm>
          <a:prstGeom prst="rect">
            <a:avLst/>
          </a:prstGeom>
        </p:spPr>
        <p:txBody>
          <a:bodyPr vert="horz" lIns="91440" tIns="45720" rIns="91440" bIns="45720" rtlCol="0">
            <a:normAutofit/>
          </a:bodyPr>
          <a:lstStyle>
            <a:lvl1pPr marL="914400" indent="-457200">
              <a:lnSpc>
                <a:spcPct val="200000"/>
              </a:lnSpc>
              <a:spcBef>
                <a:spcPts val="400"/>
              </a:spcBef>
              <a:spcAft>
                <a:spcPts val="400"/>
              </a:spcAft>
              <a:buFont typeface="+mj-lt"/>
              <a:buAutoNum type="romanUcPeriod"/>
              <a:defRPr sz="1600" b="1"/>
            </a:lvl1pPr>
          </a:lstStyle>
          <a:p>
            <a:pPr lvl="0"/>
            <a:r>
              <a:rPr lang="en-US"/>
              <a:t>[Section Title]</a:t>
            </a:r>
          </a:p>
        </p:txBody>
      </p:sp>
      <p:sp>
        <p:nvSpPr>
          <p:cNvPr id="4" name="Title 4">
            <a:extLst>
              <a:ext uri="{FF2B5EF4-FFF2-40B4-BE49-F238E27FC236}">
                <a16:creationId xmlns:a16="http://schemas.microsoft.com/office/drawing/2014/main" id="{C31FCC61-0327-DE0D-8CF8-B537FEFB05F5}"/>
              </a:ext>
            </a:extLst>
          </p:cNvPr>
          <p:cNvSpPr>
            <a:spLocks noGrp="1"/>
          </p:cNvSpPr>
          <p:nvPr>
            <p:ph type="title" hasCustomPrompt="1"/>
          </p:nvPr>
        </p:nvSpPr>
        <p:spPr>
          <a:xfrm>
            <a:off x="228600" y="119730"/>
            <a:ext cx="8686800" cy="557929"/>
          </a:xfrm>
        </p:spPr>
        <p:txBody>
          <a:bodyPr/>
          <a:lstStyle>
            <a:lvl1pPr>
              <a:defRPr/>
            </a:lvl1pPr>
          </a:lstStyle>
          <a:p>
            <a:r>
              <a:rPr lang="en-US"/>
              <a:t>Table of Contents</a:t>
            </a:r>
          </a:p>
        </p:txBody>
      </p:sp>
    </p:spTree>
    <p:extLst>
      <p:ext uri="{BB962C8B-B14F-4D97-AF65-F5344CB8AC3E}">
        <p14:creationId xmlns:p14="http://schemas.microsoft.com/office/powerpoint/2010/main" val="275122092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Cover_2">
    <p:spTree>
      <p:nvGrpSpPr>
        <p:cNvPr id="1" name=""/>
        <p:cNvGrpSpPr/>
        <p:nvPr/>
      </p:nvGrpSpPr>
      <p:grpSpPr>
        <a:xfrm>
          <a:off x="0" y="0"/>
          <a:ext cx="0" cy="0"/>
          <a:chOff x="0" y="0"/>
          <a:chExt cx="0" cy="0"/>
        </a:xfrm>
      </p:grpSpPr>
      <p:sp>
        <p:nvSpPr>
          <p:cNvPr id="3"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_Cover_Presenter_Info"/>
          <p:cNvSpPr>
            <a:spLocks noGrp="1"/>
          </p:cNvSpPr>
          <p:nvPr>
            <p:ph type="body" sz="quarter" idx="10" hasCustomPrompt="1"/>
          </p:nvPr>
        </p:nvSpPr>
        <p:spPr>
          <a:xfrm>
            <a:off x="455676" y="4495800"/>
            <a:ext cx="2743200" cy="1371600"/>
          </a:xfrm>
        </p:spPr>
        <p:txBody>
          <a:bodyPr lIns="0" rIns="0">
            <a:noAutofit/>
          </a:bodyPr>
          <a:lstStyle>
            <a:lvl1pPr>
              <a:buNone/>
              <a:defRPr sz="1000" baseline="0">
                <a:solidFill>
                  <a:schemeClr val="tx1">
                    <a:lumMod val="65000"/>
                    <a:lumOff val="35000"/>
                  </a:schemeClr>
                </a:solidFill>
              </a:defRPr>
            </a:lvl1pPr>
            <a:lvl2pPr>
              <a:buNone/>
              <a:defRPr sz="1000"/>
            </a:lvl2pPr>
            <a:lvl3pPr>
              <a:buNone/>
              <a:defRPr sz="1000"/>
            </a:lvl3pPr>
            <a:lvl4pPr>
              <a:buNone/>
              <a:defRPr sz="1000"/>
            </a:lvl4pPr>
            <a:lvl5pPr>
              <a:defRPr sz="1000"/>
            </a:lvl5pPr>
          </a:lstStyle>
          <a:p>
            <a:pPr lvl="0"/>
            <a:r>
              <a:rPr lang="en-US"/>
              <a:t>Presenter Name</a:t>
            </a:r>
          </a:p>
          <a:p>
            <a:pPr lvl="0"/>
            <a:r>
              <a:rPr lang="en-US"/>
              <a:t>Company Name</a:t>
            </a:r>
          </a:p>
          <a:p>
            <a:pPr lvl="0"/>
            <a:r>
              <a:rPr lang="en-US"/>
              <a:t>Department</a:t>
            </a:r>
          </a:p>
          <a:p>
            <a:pPr lvl="0"/>
            <a:r>
              <a:rPr lang="en-US"/>
              <a:t>(###) ###-####</a:t>
            </a:r>
          </a:p>
          <a:p>
            <a:pPr lvl="0"/>
            <a:r>
              <a:rPr lang="en-US"/>
              <a:t>first.last@company.com</a:t>
            </a:r>
          </a:p>
          <a:p>
            <a:pPr lvl="0"/>
            <a:r>
              <a:rPr lang="en-US"/>
              <a:t>www.website.com</a:t>
            </a:r>
          </a:p>
        </p:txBody>
      </p:sp>
      <p:sp>
        <p:nvSpPr>
          <p:cNvPr id="15" name="Text Placeholder 14"/>
          <p:cNvSpPr>
            <a:spLocks noGrp="1"/>
          </p:cNvSpPr>
          <p:nvPr>
            <p:ph type="body" sz="quarter" idx="14" hasCustomPrompt="1"/>
          </p:nvPr>
        </p:nvSpPr>
        <p:spPr>
          <a:xfrm>
            <a:off x="454153" y="3886200"/>
            <a:ext cx="2744723" cy="228600"/>
          </a:xfrm>
        </p:spPr>
        <p:txBody>
          <a:bodyPr lIns="0" tIns="0" rIns="0" bIns="0">
            <a:noAutofit/>
          </a:bodyPr>
          <a:lstStyle>
            <a:lvl1pPr>
              <a:buNone/>
              <a:defRPr sz="1400" baseline="0">
                <a:solidFill>
                  <a:schemeClr val="tx1">
                    <a:lumMod val="65000"/>
                    <a:lumOff val="35000"/>
                  </a:schemeClr>
                </a:solidFill>
              </a:defRPr>
            </a:lvl1pPr>
            <a:lvl2pPr>
              <a:defRPr sz="1400"/>
            </a:lvl2pPr>
            <a:lvl3pPr>
              <a:defRPr sz="1400"/>
            </a:lvl3pPr>
            <a:lvl4pPr>
              <a:defRPr sz="1400"/>
            </a:lvl4pPr>
            <a:lvl5pPr>
              <a:defRPr sz="1400"/>
            </a:lvl5pPr>
          </a:lstStyle>
          <a:p>
            <a:pPr lvl="0"/>
            <a:r>
              <a:rPr lang="en-US"/>
              <a:t>Date</a:t>
            </a:r>
          </a:p>
        </p:txBody>
      </p:sp>
      <p:sp>
        <p:nvSpPr>
          <p:cNvPr id="5" name="Text Placeholder 4"/>
          <p:cNvSpPr>
            <a:spLocks noGrp="1"/>
          </p:cNvSpPr>
          <p:nvPr>
            <p:ph type="body" sz="quarter" idx="30" hasCustomPrompt="1"/>
          </p:nvPr>
        </p:nvSpPr>
        <p:spPr>
          <a:xfrm>
            <a:off x="457200" y="3276600"/>
            <a:ext cx="8229600" cy="457200"/>
          </a:xfrm>
        </p:spPr>
        <p:txBody>
          <a:bodyPr lIns="91440" rIns="91440" anchor="ctr" anchorCtr="0">
            <a:normAutofit/>
          </a:bodyPr>
          <a:lstStyle>
            <a:lvl1pPr marL="0" indent="0">
              <a:buNone/>
              <a:defRPr sz="2400" baseline="0">
                <a:solidFill>
                  <a:srgbClr val="000066"/>
                </a:solidFill>
                <a:latin typeface="+mn-lt"/>
                <a:cs typeface="Arial" panose="020B0604020202020204" pitchFamily="34" charset="0"/>
              </a:defRPr>
            </a:lvl1pPr>
          </a:lstStyle>
          <a:p>
            <a:pPr lvl="0"/>
            <a:r>
              <a:rPr lang="en-US"/>
              <a:t>Presentation Subtitle</a:t>
            </a:r>
          </a:p>
        </p:txBody>
      </p:sp>
      <p:sp>
        <p:nvSpPr>
          <p:cNvPr id="2" name="Title 1"/>
          <p:cNvSpPr>
            <a:spLocks noGrp="1"/>
          </p:cNvSpPr>
          <p:nvPr>
            <p:ph type="title" hasCustomPrompt="1"/>
          </p:nvPr>
        </p:nvSpPr>
        <p:spPr>
          <a:xfrm>
            <a:off x="454152" y="2819400"/>
            <a:ext cx="8232648" cy="457200"/>
          </a:xfrm>
          <a:solidFill>
            <a:srgbClr val="000066"/>
          </a:solidFill>
        </p:spPr>
        <p:txBody>
          <a:bodyPr vert="horz" lIns="91440" tIns="45720" rIns="91440" bIns="45720" rtlCol="0" anchor="ctr" anchorCtr="0">
            <a:noAutofit/>
          </a:bodyPr>
          <a:lstStyle>
            <a:lvl1pPr>
              <a:defRPr lang="en-US" sz="3200" baseline="0" dirty="0">
                <a:solidFill>
                  <a:schemeClr val="bg1"/>
                </a:solidFill>
                <a:ea typeface="+mn-ea"/>
              </a:defRPr>
            </a:lvl1pPr>
          </a:lstStyle>
          <a:p>
            <a:pPr marL="0" lvl="0" indent="0">
              <a:spcBef>
                <a:spcPct val="20000"/>
              </a:spcBef>
              <a:buFont typeface="Arial" pitchFamily="34" charset="0"/>
            </a:pPr>
            <a:r>
              <a:rPr lang="en-US"/>
              <a:t>Presentation Title</a:t>
            </a:r>
          </a:p>
        </p:txBody>
      </p:sp>
      <p:pic>
        <p:nvPicPr>
          <p:cNvPr id="6" name="Picture 5">
            <a:extLst>
              <a:ext uri="{FF2B5EF4-FFF2-40B4-BE49-F238E27FC236}">
                <a16:creationId xmlns:a16="http://schemas.microsoft.com/office/drawing/2014/main" id="{15411A96-A400-8C3C-CE92-7C504C00F9D7}"/>
              </a:ext>
            </a:extLst>
          </p:cNvPr>
          <p:cNvPicPr>
            <a:picLocks noChangeAspect="1"/>
          </p:cNvPicPr>
          <p:nvPr userDrawn="1"/>
        </p:nvPicPr>
        <p:blipFill>
          <a:blip r:embed="rId3"/>
          <a:stretch>
            <a:fillRect/>
          </a:stretch>
        </p:blipFill>
        <p:spPr>
          <a:xfrm>
            <a:off x="454153" y="457202"/>
            <a:ext cx="2175507" cy="300541"/>
          </a:xfrm>
          <a:prstGeom prst="rect">
            <a:avLst/>
          </a:prstGeom>
        </p:spPr>
      </p:pic>
    </p:spTree>
    <p:extLst>
      <p:ext uri="{BB962C8B-B14F-4D97-AF65-F5344CB8AC3E}">
        <p14:creationId xmlns:p14="http://schemas.microsoft.com/office/powerpoint/2010/main" val="124514139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ection Title Slide">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Text Placeholder 3"/>
          <p:cNvSpPr>
            <a:spLocks noGrp="1"/>
          </p:cNvSpPr>
          <p:nvPr>
            <p:ph type="body" sz="quarter" idx="33" hasCustomPrompt="1"/>
          </p:nvPr>
        </p:nvSpPr>
        <p:spPr>
          <a:xfrm>
            <a:off x="457200" y="3200402"/>
            <a:ext cx="8229600" cy="430129"/>
          </a:xfrm>
        </p:spPr>
        <p:txBody>
          <a:bodyPr anchor="ctr">
            <a:noAutofit/>
          </a:bodyPr>
          <a:lstStyle>
            <a:lvl1pPr marL="514350" indent="-514350">
              <a:buFont typeface="+mj-lt"/>
              <a:buAutoNum type="romanUcPeriod"/>
              <a:defRPr sz="2800" b="1">
                <a:solidFill>
                  <a:srgbClr val="000066"/>
                </a:solidFill>
                <a:latin typeface="+mn-lt"/>
                <a:cs typeface="Arial" panose="020B0604020202020204" pitchFamily="34" charset="0"/>
              </a:defRPr>
            </a:lvl1pPr>
            <a:lvl2pPr marL="515938" indent="-514350">
              <a:buFont typeface="+mj-lt"/>
              <a:buAutoNum type="arabicPeriod"/>
              <a:defRPr sz="2000">
                <a:solidFill>
                  <a:srgbClr val="000066"/>
                </a:solidFill>
                <a:latin typeface="+mn-lt"/>
                <a:cs typeface="Arial" panose="020B0604020202020204" pitchFamily="34" charset="0"/>
              </a:defRPr>
            </a:lvl2pPr>
          </a:lstStyle>
          <a:p>
            <a:pPr lvl="0"/>
            <a:r>
              <a:rPr lang="en-US"/>
              <a:t>Section topic</a:t>
            </a:r>
          </a:p>
        </p:txBody>
      </p:sp>
      <p:pic>
        <p:nvPicPr>
          <p:cNvPr id="5" name="Picture 4">
            <a:extLst>
              <a:ext uri="{FF2B5EF4-FFF2-40B4-BE49-F238E27FC236}">
                <a16:creationId xmlns:a16="http://schemas.microsoft.com/office/drawing/2014/main" id="{05DAA548-AAB8-ED4B-0640-F5DFE350447E}"/>
              </a:ext>
            </a:extLst>
          </p:cNvPr>
          <p:cNvPicPr>
            <a:picLocks noChangeAspect="1"/>
          </p:cNvPicPr>
          <p:nvPr userDrawn="1"/>
        </p:nvPicPr>
        <p:blipFill>
          <a:blip r:embed="rId3"/>
          <a:stretch>
            <a:fillRect/>
          </a:stretch>
        </p:blipFill>
        <p:spPr>
          <a:xfrm>
            <a:off x="457200" y="6152421"/>
            <a:ext cx="1797940" cy="248381"/>
          </a:xfrm>
          <a:prstGeom prst="rect">
            <a:avLst/>
          </a:prstGeom>
        </p:spPr>
      </p:pic>
    </p:spTree>
    <p:extLst>
      <p:ext uri="{BB962C8B-B14F-4D97-AF65-F5344CB8AC3E}">
        <p14:creationId xmlns:p14="http://schemas.microsoft.com/office/powerpoint/2010/main" val="146302839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ection Title Slide_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5EF8D0-EAC5-95FE-E61F-E17D751AABB3}"/>
              </a:ext>
            </a:extLst>
          </p:cNvPr>
          <p:cNvSpPr/>
          <p:nvPr userDrawn="1"/>
        </p:nvSpPr>
        <p:spPr>
          <a:xfrm>
            <a:off x="0" y="2438400"/>
            <a:ext cx="9144000" cy="1981200"/>
          </a:xfrm>
          <a:prstGeom prst="rect">
            <a:avLst/>
          </a:prstGeom>
          <a:solidFill>
            <a:srgbClr val="A6A6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ectangle 6">
            <a:extLst>
              <a:ext uri="{FF2B5EF4-FFF2-40B4-BE49-F238E27FC236}">
                <a16:creationId xmlns:a16="http://schemas.microsoft.com/office/drawing/2014/main" id="{8F0D6426-DE9E-A336-D3AC-C5ED34BBA0F8}"/>
              </a:ext>
            </a:extLst>
          </p:cNvPr>
          <p:cNvSpPr/>
          <p:nvPr userDrawn="1"/>
        </p:nvSpPr>
        <p:spPr>
          <a:xfrm>
            <a:off x="0" y="2514600"/>
            <a:ext cx="9144000" cy="1828800"/>
          </a:xfrm>
          <a:prstGeom prst="rect">
            <a:avLst/>
          </a:prstGeom>
          <a:solidFill>
            <a:srgbClr val="0000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Text Placeholder 3"/>
          <p:cNvSpPr>
            <a:spLocks noGrp="1"/>
          </p:cNvSpPr>
          <p:nvPr>
            <p:ph type="body" sz="quarter" idx="33" hasCustomPrompt="1"/>
          </p:nvPr>
        </p:nvSpPr>
        <p:spPr>
          <a:xfrm>
            <a:off x="457200" y="3213936"/>
            <a:ext cx="8229600" cy="430129"/>
          </a:xfrm>
        </p:spPr>
        <p:txBody>
          <a:bodyPr anchor="ctr">
            <a:noAutofit/>
          </a:bodyPr>
          <a:lstStyle>
            <a:lvl1pPr marL="514350" indent="-514350">
              <a:buFont typeface="+mj-lt"/>
              <a:buAutoNum type="romanUcPeriod"/>
              <a:defRPr sz="2800" b="1">
                <a:solidFill>
                  <a:schemeClr val="bg1"/>
                </a:solidFill>
                <a:latin typeface="+mn-lt"/>
                <a:cs typeface="Arial" panose="020B0604020202020204" pitchFamily="34" charset="0"/>
              </a:defRPr>
            </a:lvl1pPr>
            <a:lvl2pPr marL="515938" indent="-514350">
              <a:buFont typeface="+mj-lt"/>
              <a:buAutoNum type="arabicPeriod"/>
              <a:defRPr sz="2000">
                <a:solidFill>
                  <a:srgbClr val="000066"/>
                </a:solidFill>
                <a:latin typeface="+mn-lt"/>
                <a:cs typeface="Arial" panose="020B0604020202020204" pitchFamily="34" charset="0"/>
              </a:defRPr>
            </a:lvl2pPr>
          </a:lstStyle>
          <a:p>
            <a:pPr lvl="0"/>
            <a:r>
              <a:rPr lang="en-US"/>
              <a:t>Section Topic</a:t>
            </a:r>
          </a:p>
        </p:txBody>
      </p:sp>
      <p:pic>
        <p:nvPicPr>
          <p:cNvPr id="5" name="Picture 4">
            <a:extLst>
              <a:ext uri="{FF2B5EF4-FFF2-40B4-BE49-F238E27FC236}">
                <a16:creationId xmlns:a16="http://schemas.microsoft.com/office/drawing/2014/main" id="{05DAA548-AAB8-ED4B-0640-F5DFE350447E}"/>
              </a:ext>
            </a:extLst>
          </p:cNvPr>
          <p:cNvPicPr>
            <a:picLocks noChangeAspect="1"/>
          </p:cNvPicPr>
          <p:nvPr userDrawn="1"/>
        </p:nvPicPr>
        <p:blipFill>
          <a:blip r:embed="rId3"/>
          <a:stretch>
            <a:fillRect/>
          </a:stretch>
        </p:blipFill>
        <p:spPr>
          <a:xfrm>
            <a:off x="457200" y="6152421"/>
            <a:ext cx="1797940" cy="248381"/>
          </a:xfrm>
          <a:prstGeom prst="rect">
            <a:avLst/>
          </a:prstGeom>
        </p:spPr>
      </p:pic>
    </p:spTree>
    <p:extLst>
      <p:ext uri="{BB962C8B-B14F-4D97-AF65-F5344CB8AC3E}">
        <p14:creationId xmlns:p14="http://schemas.microsoft.com/office/powerpoint/2010/main" val="559753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ection Title Slide_3">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Text Placeholder 3"/>
          <p:cNvSpPr>
            <a:spLocks noGrp="1"/>
          </p:cNvSpPr>
          <p:nvPr>
            <p:ph type="body" sz="quarter" idx="33" hasCustomPrompt="1"/>
          </p:nvPr>
        </p:nvSpPr>
        <p:spPr>
          <a:xfrm>
            <a:off x="457200" y="3200402"/>
            <a:ext cx="8229600" cy="430129"/>
          </a:xfrm>
        </p:spPr>
        <p:txBody>
          <a:bodyPr anchor="ctr">
            <a:noAutofit/>
          </a:bodyPr>
          <a:lstStyle>
            <a:lvl1pPr marL="514350" indent="-514350">
              <a:buFont typeface="+mj-lt"/>
              <a:buAutoNum type="romanUcPeriod"/>
              <a:defRPr sz="2800" b="1">
                <a:solidFill>
                  <a:srgbClr val="000066"/>
                </a:solidFill>
                <a:latin typeface="+mn-lt"/>
                <a:cs typeface="Arial" panose="020B0604020202020204" pitchFamily="34" charset="0"/>
              </a:defRPr>
            </a:lvl1pPr>
            <a:lvl2pPr marL="515938" indent="-514350">
              <a:buFont typeface="+mj-lt"/>
              <a:buAutoNum type="arabicPeriod"/>
              <a:defRPr sz="2000">
                <a:solidFill>
                  <a:srgbClr val="000066"/>
                </a:solidFill>
                <a:latin typeface="+mn-lt"/>
                <a:cs typeface="Arial" panose="020B0604020202020204" pitchFamily="34" charset="0"/>
              </a:defRPr>
            </a:lvl2pPr>
          </a:lstStyle>
          <a:p>
            <a:pPr lvl="0"/>
            <a:r>
              <a:rPr lang="en-US"/>
              <a:t>Section topic</a:t>
            </a:r>
          </a:p>
        </p:txBody>
      </p:sp>
      <p:pic>
        <p:nvPicPr>
          <p:cNvPr id="5" name="Picture 4">
            <a:extLst>
              <a:ext uri="{FF2B5EF4-FFF2-40B4-BE49-F238E27FC236}">
                <a16:creationId xmlns:a16="http://schemas.microsoft.com/office/drawing/2014/main" id="{05DAA548-AAB8-ED4B-0640-F5DFE350447E}"/>
              </a:ext>
            </a:extLst>
          </p:cNvPr>
          <p:cNvPicPr>
            <a:picLocks noChangeAspect="1"/>
          </p:cNvPicPr>
          <p:nvPr userDrawn="1"/>
        </p:nvPicPr>
        <p:blipFill>
          <a:blip r:embed="rId3"/>
          <a:stretch>
            <a:fillRect/>
          </a:stretch>
        </p:blipFill>
        <p:spPr>
          <a:xfrm>
            <a:off x="457200" y="6152421"/>
            <a:ext cx="1797940" cy="248381"/>
          </a:xfrm>
          <a:prstGeom prst="rect">
            <a:avLst/>
          </a:prstGeom>
        </p:spPr>
      </p:pic>
      <p:sp>
        <p:nvSpPr>
          <p:cNvPr id="6" name="Text Placeholder 3">
            <a:extLst>
              <a:ext uri="{FF2B5EF4-FFF2-40B4-BE49-F238E27FC236}">
                <a16:creationId xmlns:a16="http://schemas.microsoft.com/office/drawing/2014/main" id="{C5A3930A-2BA7-70A7-2181-8E0814535DB2}"/>
              </a:ext>
            </a:extLst>
          </p:cNvPr>
          <p:cNvSpPr>
            <a:spLocks noGrp="1"/>
          </p:cNvSpPr>
          <p:nvPr>
            <p:ph type="body" sz="quarter" idx="35" hasCustomPrompt="1"/>
          </p:nvPr>
        </p:nvSpPr>
        <p:spPr>
          <a:xfrm>
            <a:off x="457200" y="3674852"/>
            <a:ext cx="8229600" cy="323162"/>
          </a:xfrm>
        </p:spPr>
        <p:txBody>
          <a:bodyPr anchor="ctr">
            <a:noAutofit/>
          </a:bodyPr>
          <a:lstStyle>
            <a:lvl1pPr marL="514350" indent="-514350">
              <a:buFont typeface="+mj-lt"/>
              <a:buAutoNum type="arabicPeriod"/>
              <a:defRPr sz="2000" b="0">
                <a:solidFill>
                  <a:srgbClr val="000066"/>
                </a:solidFill>
                <a:latin typeface="+mn-lt"/>
                <a:cs typeface="Arial" panose="020B0604020202020204" pitchFamily="34" charset="0"/>
              </a:defRPr>
            </a:lvl1pPr>
            <a:lvl2pPr marL="515938" indent="-514350">
              <a:buFont typeface="+mj-lt"/>
              <a:buAutoNum type="arabicPeriod"/>
              <a:defRPr sz="2000">
                <a:solidFill>
                  <a:srgbClr val="000066"/>
                </a:solidFill>
                <a:latin typeface="+mn-lt"/>
                <a:cs typeface="Arial" panose="020B0604020202020204" pitchFamily="34" charset="0"/>
              </a:defRPr>
            </a:lvl2pPr>
          </a:lstStyle>
          <a:p>
            <a:pPr lvl="0"/>
            <a:r>
              <a:rPr lang="en-US"/>
              <a:t>Sub-Section topic</a:t>
            </a:r>
          </a:p>
        </p:txBody>
      </p:sp>
    </p:spTree>
    <p:extLst>
      <p:ext uri="{BB962C8B-B14F-4D97-AF65-F5344CB8AC3E}">
        <p14:creationId xmlns:p14="http://schemas.microsoft.com/office/powerpoint/2010/main" val="120813007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alFort Color Scheme">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F2F5E126-9F22-9CF6-FE1F-72F5BBF4CAA1}"/>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 Placeholder 6"/>
          <p:cNvSpPr>
            <a:spLocks noGrp="1"/>
          </p:cNvSpPr>
          <p:nvPr>
            <p:ph type="body" sz="quarter" idx="30" hasCustomPrompt="1"/>
            <p:custDataLst>
              <p:tags r:id="rId2"/>
            </p:custDataLst>
          </p:nvPr>
        </p:nvSpPr>
        <p:spPr>
          <a:xfrm>
            <a:off x="2514600" y="6395051"/>
            <a:ext cx="5943600" cy="343223"/>
          </a:xfrm>
        </p:spPr>
        <p:txBody>
          <a:bodyPr lIns="0" tIns="0" rIns="0" bIns="0">
            <a:noAutofit/>
          </a:bodyPr>
          <a:lstStyle>
            <a:lvl1pPr marL="341313" indent="-341313">
              <a:buNone/>
              <a:defRPr sz="700">
                <a:solidFill>
                  <a:schemeClr val="tx1">
                    <a:lumMod val="65000"/>
                    <a:lumOff val="35000"/>
                  </a:schemeClr>
                </a:solidFill>
              </a:defRPr>
            </a:lvl1pPr>
            <a:lvl2pPr marL="457200" indent="0">
              <a:buNone/>
              <a:defRPr sz="700"/>
            </a:lvl2pPr>
            <a:lvl3pPr marL="914400" indent="0">
              <a:buNone/>
              <a:defRPr sz="700"/>
            </a:lvl3pPr>
            <a:lvl4pPr marL="1371600" indent="0">
              <a:buNone/>
              <a:defRPr sz="700"/>
            </a:lvl4pPr>
            <a:lvl5pPr marL="1828800" indent="0">
              <a:buNone/>
              <a:defRPr sz="700"/>
            </a:lvl5pPr>
          </a:lstStyle>
          <a:p>
            <a:pPr lvl="0"/>
            <a:r>
              <a:rPr lang="en-US"/>
              <a:t>Footnotes</a:t>
            </a:r>
          </a:p>
        </p:txBody>
      </p:sp>
      <p:sp>
        <p:nvSpPr>
          <p:cNvPr id="3" name="TextBox 2" hidden="1"/>
          <p:cNvSpPr txBox="1"/>
          <p:nvPr userDrawn="1">
            <p:custDataLst>
              <p:tags r:id="rId3"/>
            </p:custDataLst>
          </p:nvPr>
        </p:nvSpPr>
        <p:spPr>
          <a:xfrm>
            <a:off x="5943600" y="990600"/>
            <a:ext cx="2743200" cy="152400"/>
          </a:xfrm>
          <a:prstGeom prst="rect">
            <a:avLst/>
          </a:prstGeom>
        </p:spPr>
        <p:txBody>
          <a:bodyPr vert="horz" lIns="0" tIns="0" rIns="0" bIns="0" rtlCol="0" anchor="b" anchorCtr="0">
            <a:normAutofit/>
          </a:bodyPr>
          <a:lstStyle>
            <a:lvl1pPr lvl="0" indent="0" algn="r">
              <a:spcBef>
                <a:spcPct val="20000"/>
              </a:spcBef>
              <a:buFont typeface="Arial" pitchFamily="34" charset="0"/>
              <a:buNone/>
              <a:defRPr sz="1000" b="1" baseline="0">
                <a:solidFill>
                  <a:schemeClr val="accent1">
                    <a:lumMod val="75000"/>
                  </a:schemeClr>
                </a:solidFill>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sz="1000"/>
              <a:t>Section Title</a:t>
            </a:r>
          </a:p>
        </p:txBody>
      </p:sp>
      <p:sp>
        <p:nvSpPr>
          <p:cNvPr id="5" name="Slide Number Placeholder 4"/>
          <p:cNvSpPr>
            <a:spLocks noGrp="1"/>
          </p:cNvSpPr>
          <p:nvPr>
            <p:ph type="sldNum" sz="quarter" idx="31"/>
          </p:nvPr>
        </p:nvSpPr>
        <p:spPr/>
        <p:txBody>
          <a:bodyPr/>
          <a:lstStyle/>
          <a:p>
            <a:fld id="{7E3C215A-CA0B-463C-9D89-24248B22F3D6}" type="slidenum">
              <a:rPr lang="en-US" smtClean="0"/>
              <a:pPr/>
              <a:t>‹#›</a:t>
            </a:fld>
            <a:endParaRPr lang="en-US"/>
          </a:p>
        </p:txBody>
      </p:sp>
      <p:sp>
        <p:nvSpPr>
          <p:cNvPr id="7" name="Title 6"/>
          <p:cNvSpPr>
            <a:spLocks noGrp="1"/>
          </p:cNvSpPr>
          <p:nvPr>
            <p:ph type="title" hasCustomPrompt="1"/>
          </p:nvPr>
        </p:nvSpPr>
        <p:spPr>
          <a:xfrm>
            <a:off x="228600" y="119730"/>
            <a:ext cx="8686800" cy="557929"/>
          </a:xfrm>
        </p:spPr>
        <p:txBody>
          <a:bodyPr/>
          <a:lstStyle>
            <a:lvl1pPr>
              <a:defRPr b="1"/>
            </a:lvl1pPr>
          </a:lstStyle>
          <a:p>
            <a:r>
              <a:rPr lang="en-US"/>
              <a:t>DalFort Color Scheme</a:t>
            </a:r>
          </a:p>
        </p:txBody>
      </p:sp>
      <p:sp>
        <p:nvSpPr>
          <p:cNvPr id="9" name="Left Brace 8">
            <a:extLst>
              <a:ext uri="{FF2B5EF4-FFF2-40B4-BE49-F238E27FC236}">
                <a16:creationId xmlns:a16="http://schemas.microsoft.com/office/drawing/2014/main" id="{F69ABBA9-C0FA-2A35-1FF7-2EF24D0F6BDB}"/>
              </a:ext>
            </a:extLst>
          </p:cNvPr>
          <p:cNvSpPr/>
          <p:nvPr userDrawn="1"/>
        </p:nvSpPr>
        <p:spPr>
          <a:xfrm>
            <a:off x="838201" y="838200"/>
            <a:ext cx="442459" cy="2208646"/>
          </a:xfrm>
          <a:prstGeom prst="leftBrace">
            <a:avLst>
              <a:gd name="adj1" fmla="val 47216"/>
              <a:gd name="adj2" fmla="val 50000"/>
            </a:avLst>
          </a:prstGeom>
          <a:ln w="6350">
            <a:solidFill>
              <a:srgbClr val="2E4760"/>
            </a:solidFill>
          </a:ln>
        </p:spPr>
        <p:style>
          <a:lnRef idx="1">
            <a:schemeClr val="accent1"/>
          </a:lnRef>
          <a:fillRef idx="0">
            <a:schemeClr val="accent1"/>
          </a:fillRef>
          <a:effectRef idx="0">
            <a:schemeClr val="accent1"/>
          </a:effectRef>
          <a:fontRef idx="minor">
            <a:schemeClr val="tx1"/>
          </a:fontRef>
        </p:style>
        <p:txBody>
          <a:bodyPr lIns="91358" tIns="45677" rIns="91358" bIns="45677" rtlCol="0" anchor="ctr"/>
          <a:lstStyle/>
          <a:p>
            <a:pPr algn="ctr" defTabSz="1017871"/>
            <a:endParaRPr lang="en-US" sz="1800">
              <a:solidFill>
                <a:srgbClr val="000000"/>
              </a:solidFill>
            </a:endParaRPr>
          </a:p>
        </p:txBody>
      </p:sp>
      <p:sp>
        <p:nvSpPr>
          <p:cNvPr id="10" name="TextBox 9">
            <a:extLst>
              <a:ext uri="{FF2B5EF4-FFF2-40B4-BE49-F238E27FC236}">
                <a16:creationId xmlns:a16="http://schemas.microsoft.com/office/drawing/2014/main" id="{D2DFD511-E75D-B04D-0247-9A62E4C73705}"/>
              </a:ext>
            </a:extLst>
          </p:cNvPr>
          <p:cNvSpPr txBox="1"/>
          <p:nvPr userDrawn="1"/>
        </p:nvSpPr>
        <p:spPr>
          <a:xfrm>
            <a:off x="228601" y="1747055"/>
            <a:ext cx="620517" cy="400023"/>
          </a:xfrm>
          <a:prstGeom prst="rect">
            <a:avLst/>
          </a:prstGeom>
          <a:noFill/>
        </p:spPr>
        <p:txBody>
          <a:bodyPr wrap="none" lIns="91358" tIns="45677" rIns="91358" bIns="45677" rtlCol="0" anchor="ctr" anchorCtr="0">
            <a:spAutoFit/>
          </a:bodyPr>
          <a:lstStyle/>
          <a:p>
            <a:pPr algn="r" defTabSz="1017871"/>
            <a:r>
              <a:rPr lang="en-US" sz="1000" b="1" i="0">
                <a:solidFill>
                  <a:srgbClr val="000000"/>
                </a:solidFill>
                <a:latin typeface="Garamond" panose="02020404030301010803" pitchFamily="18" charset="0"/>
              </a:rPr>
              <a:t>Primary</a:t>
            </a:r>
            <a:br>
              <a:rPr lang="en-US" sz="1000" b="1" i="0">
                <a:solidFill>
                  <a:srgbClr val="000000"/>
                </a:solidFill>
                <a:latin typeface="Garamond" panose="02020404030301010803" pitchFamily="18" charset="0"/>
              </a:rPr>
            </a:br>
            <a:r>
              <a:rPr lang="en-US" sz="1000" b="1" i="0">
                <a:solidFill>
                  <a:srgbClr val="000000"/>
                </a:solidFill>
                <a:latin typeface="Garamond" panose="02020404030301010803" pitchFamily="18" charset="0"/>
              </a:rPr>
              <a:t>Colors</a:t>
            </a:r>
          </a:p>
        </p:txBody>
      </p:sp>
      <p:sp>
        <p:nvSpPr>
          <p:cNvPr id="11" name="Left Brace 10">
            <a:extLst>
              <a:ext uri="{FF2B5EF4-FFF2-40B4-BE49-F238E27FC236}">
                <a16:creationId xmlns:a16="http://schemas.microsoft.com/office/drawing/2014/main" id="{184D00B3-AB6F-010E-CF54-1A3983598050}"/>
              </a:ext>
            </a:extLst>
          </p:cNvPr>
          <p:cNvSpPr/>
          <p:nvPr userDrawn="1"/>
        </p:nvSpPr>
        <p:spPr>
          <a:xfrm>
            <a:off x="838201" y="3216472"/>
            <a:ext cx="442459" cy="2955728"/>
          </a:xfrm>
          <a:prstGeom prst="leftBrace">
            <a:avLst>
              <a:gd name="adj1" fmla="val 47216"/>
              <a:gd name="adj2" fmla="val 50000"/>
            </a:avLst>
          </a:prstGeom>
          <a:ln w="6350">
            <a:solidFill>
              <a:srgbClr val="2E4760"/>
            </a:solidFill>
          </a:ln>
        </p:spPr>
        <p:style>
          <a:lnRef idx="1">
            <a:schemeClr val="accent1"/>
          </a:lnRef>
          <a:fillRef idx="0">
            <a:schemeClr val="accent1"/>
          </a:fillRef>
          <a:effectRef idx="0">
            <a:schemeClr val="accent1"/>
          </a:effectRef>
          <a:fontRef idx="minor">
            <a:schemeClr val="tx1"/>
          </a:fontRef>
        </p:style>
        <p:txBody>
          <a:bodyPr lIns="91358" tIns="45677" rIns="91358" bIns="45677" rtlCol="0" anchor="ctr"/>
          <a:lstStyle/>
          <a:p>
            <a:pPr algn="ctr" defTabSz="1017871"/>
            <a:endParaRPr lang="en-US" sz="1800">
              <a:solidFill>
                <a:srgbClr val="000000"/>
              </a:solidFill>
            </a:endParaRPr>
          </a:p>
        </p:txBody>
      </p:sp>
      <p:sp>
        <p:nvSpPr>
          <p:cNvPr id="12" name="TextBox 11">
            <a:extLst>
              <a:ext uri="{FF2B5EF4-FFF2-40B4-BE49-F238E27FC236}">
                <a16:creationId xmlns:a16="http://schemas.microsoft.com/office/drawing/2014/main" id="{0CCE4734-469B-3474-CA4C-15CECB060F57}"/>
              </a:ext>
            </a:extLst>
          </p:cNvPr>
          <p:cNvSpPr txBox="1"/>
          <p:nvPr userDrawn="1"/>
        </p:nvSpPr>
        <p:spPr>
          <a:xfrm>
            <a:off x="91046" y="4494326"/>
            <a:ext cx="747155" cy="400023"/>
          </a:xfrm>
          <a:prstGeom prst="rect">
            <a:avLst/>
          </a:prstGeom>
          <a:noFill/>
        </p:spPr>
        <p:txBody>
          <a:bodyPr wrap="none" lIns="91358" tIns="45677" rIns="91358" bIns="45677" rtlCol="0" anchor="ctr" anchorCtr="0">
            <a:spAutoFit/>
          </a:bodyPr>
          <a:lstStyle/>
          <a:p>
            <a:pPr algn="r" defTabSz="1017871"/>
            <a:r>
              <a:rPr lang="en-US" sz="1000" b="1" i="0">
                <a:solidFill>
                  <a:srgbClr val="000000"/>
                </a:solidFill>
                <a:latin typeface="Garamond" panose="02020404030301010803" pitchFamily="18" charset="0"/>
              </a:rPr>
              <a:t>Secondary</a:t>
            </a:r>
          </a:p>
          <a:p>
            <a:pPr algn="r" defTabSz="1017871"/>
            <a:r>
              <a:rPr lang="en-US" sz="1000" b="1" i="0">
                <a:solidFill>
                  <a:srgbClr val="000000"/>
                </a:solidFill>
                <a:latin typeface="Garamond" panose="02020404030301010803" pitchFamily="18" charset="0"/>
              </a:rPr>
              <a:t>Colors</a:t>
            </a:r>
          </a:p>
        </p:txBody>
      </p:sp>
      <p:sp>
        <p:nvSpPr>
          <p:cNvPr id="13" name="Rectangle 12">
            <a:extLst>
              <a:ext uri="{FF2B5EF4-FFF2-40B4-BE49-F238E27FC236}">
                <a16:creationId xmlns:a16="http://schemas.microsoft.com/office/drawing/2014/main" id="{893FFA63-4FD6-6300-7317-AE2C14FF537A}"/>
              </a:ext>
            </a:extLst>
          </p:cNvPr>
          <p:cNvSpPr/>
          <p:nvPr userDrawn="1"/>
        </p:nvSpPr>
        <p:spPr>
          <a:xfrm>
            <a:off x="1311712" y="914400"/>
            <a:ext cx="432000" cy="432000"/>
          </a:xfrm>
          <a:prstGeom prst="rect">
            <a:avLst/>
          </a:prstGeom>
          <a:solidFill>
            <a:schemeClr val="bg1"/>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endParaRPr lang="en-CA" sz="1100">
              <a:latin typeface="Garamond" panose="02020404030301010803" pitchFamily="18" charset="0"/>
            </a:endParaRPr>
          </a:p>
        </p:txBody>
      </p:sp>
      <p:sp>
        <p:nvSpPr>
          <p:cNvPr id="14" name="Rectangle 13">
            <a:extLst>
              <a:ext uri="{FF2B5EF4-FFF2-40B4-BE49-F238E27FC236}">
                <a16:creationId xmlns:a16="http://schemas.microsoft.com/office/drawing/2014/main" id="{4CC57075-3660-51EF-2E53-969B6F291282}"/>
              </a:ext>
            </a:extLst>
          </p:cNvPr>
          <p:cNvSpPr/>
          <p:nvPr userDrawn="1"/>
        </p:nvSpPr>
        <p:spPr>
          <a:xfrm>
            <a:off x="1890259" y="914400"/>
            <a:ext cx="432000" cy="432000"/>
          </a:xfrm>
          <a:prstGeom prst="rect">
            <a:avLst/>
          </a:prstGeom>
          <a:solidFill>
            <a:srgbClr val="0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endParaRPr lang="en-CA" sz="1100">
              <a:latin typeface="Garamond" panose="02020404030301010803" pitchFamily="18" charset="0"/>
            </a:endParaRPr>
          </a:p>
        </p:txBody>
      </p:sp>
      <p:sp>
        <p:nvSpPr>
          <p:cNvPr id="15" name="Rectangle 14">
            <a:extLst>
              <a:ext uri="{FF2B5EF4-FFF2-40B4-BE49-F238E27FC236}">
                <a16:creationId xmlns:a16="http://schemas.microsoft.com/office/drawing/2014/main" id="{1769F3B0-D596-30E2-F1DF-5EFB06879EFD}"/>
              </a:ext>
            </a:extLst>
          </p:cNvPr>
          <p:cNvSpPr/>
          <p:nvPr userDrawn="1"/>
        </p:nvSpPr>
        <p:spPr>
          <a:xfrm>
            <a:off x="1311712" y="3608151"/>
            <a:ext cx="432000" cy="432000"/>
          </a:xfrm>
          <a:prstGeom prst="rect">
            <a:avLst/>
          </a:prstGeom>
          <a:solidFill>
            <a:srgbClr val="64646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a:latin typeface="Garamond" panose="02020404030301010803" pitchFamily="18" charset="0"/>
              </a:rPr>
              <a:t>100</a:t>
            </a:r>
          </a:p>
          <a:p>
            <a:pPr algn="ctr">
              <a:lnSpc>
                <a:spcPts val="1000"/>
              </a:lnSpc>
            </a:pPr>
            <a:r>
              <a:rPr lang="en-CA" sz="1100">
                <a:latin typeface="Garamond" panose="02020404030301010803" pitchFamily="18" charset="0"/>
              </a:rPr>
              <a:t>100</a:t>
            </a:r>
          </a:p>
          <a:p>
            <a:pPr algn="ctr">
              <a:lnSpc>
                <a:spcPts val="1000"/>
              </a:lnSpc>
            </a:pPr>
            <a:r>
              <a:rPr lang="en-CA" sz="1100">
                <a:latin typeface="Garamond" panose="02020404030301010803" pitchFamily="18" charset="0"/>
              </a:rPr>
              <a:t>100</a:t>
            </a:r>
          </a:p>
        </p:txBody>
      </p:sp>
      <p:sp>
        <p:nvSpPr>
          <p:cNvPr id="16" name="Rectangle 15">
            <a:extLst>
              <a:ext uri="{FF2B5EF4-FFF2-40B4-BE49-F238E27FC236}">
                <a16:creationId xmlns:a16="http://schemas.microsoft.com/office/drawing/2014/main" id="{C0437B5A-A05C-FA30-C3E8-B4967EF6ACA9}"/>
              </a:ext>
            </a:extLst>
          </p:cNvPr>
          <p:cNvSpPr/>
          <p:nvPr userDrawn="1"/>
        </p:nvSpPr>
        <p:spPr>
          <a:xfrm>
            <a:off x="1890259" y="3608151"/>
            <a:ext cx="432000" cy="432000"/>
          </a:xfrm>
          <a:prstGeom prst="rect">
            <a:avLst/>
          </a:prstGeom>
          <a:solidFill>
            <a:srgbClr val="C8C8C8"/>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a:solidFill>
                  <a:srgbClr val="000000"/>
                </a:solidFill>
                <a:latin typeface="Garamond" panose="02020404030301010803" pitchFamily="18" charset="0"/>
              </a:rPr>
              <a:t>200</a:t>
            </a:r>
          </a:p>
          <a:p>
            <a:pPr algn="ctr">
              <a:lnSpc>
                <a:spcPts val="1000"/>
              </a:lnSpc>
            </a:pPr>
            <a:r>
              <a:rPr lang="en-CA" sz="1100">
                <a:solidFill>
                  <a:srgbClr val="000000"/>
                </a:solidFill>
                <a:latin typeface="Garamond" panose="02020404030301010803" pitchFamily="18" charset="0"/>
              </a:rPr>
              <a:t>200</a:t>
            </a:r>
          </a:p>
          <a:p>
            <a:pPr algn="ctr">
              <a:lnSpc>
                <a:spcPts val="1000"/>
              </a:lnSpc>
            </a:pPr>
            <a:r>
              <a:rPr lang="en-CA" sz="1100">
                <a:solidFill>
                  <a:srgbClr val="000000"/>
                </a:solidFill>
                <a:latin typeface="Garamond" panose="02020404030301010803" pitchFamily="18" charset="0"/>
              </a:rPr>
              <a:t>200</a:t>
            </a:r>
          </a:p>
        </p:txBody>
      </p:sp>
      <p:sp>
        <p:nvSpPr>
          <p:cNvPr id="17" name="Rectangle 16">
            <a:extLst>
              <a:ext uri="{FF2B5EF4-FFF2-40B4-BE49-F238E27FC236}">
                <a16:creationId xmlns:a16="http://schemas.microsoft.com/office/drawing/2014/main" id="{B052A6A9-4CBD-9044-F65A-518F143AAC7E}"/>
              </a:ext>
            </a:extLst>
          </p:cNvPr>
          <p:cNvSpPr/>
          <p:nvPr userDrawn="1"/>
        </p:nvSpPr>
        <p:spPr>
          <a:xfrm>
            <a:off x="1311712" y="4191834"/>
            <a:ext cx="432000" cy="432000"/>
          </a:xfrm>
          <a:prstGeom prst="rect">
            <a:avLst/>
          </a:prstGeom>
          <a:solidFill>
            <a:srgbClr val="2E476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a:latin typeface="Garamond" panose="02020404030301010803" pitchFamily="18" charset="0"/>
              </a:rPr>
              <a:t>46</a:t>
            </a:r>
          </a:p>
          <a:p>
            <a:pPr algn="ctr">
              <a:lnSpc>
                <a:spcPts val="1000"/>
              </a:lnSpc>
            </a:pPr>
            <a:r>
              <a:rPr lang="en-CA" sz="1100">
                <a:latin typeface="Garamond" panose="02020404030301010803" pitchFamily="18" charset="0"/>
              </a:rPr>
              <a:t>71</a:t>
            </a:r>
          </a:p>
          <a:p>
            <a:pPr algn="ctr">
              <a:lnSpc>
                <a:spcPts val="1000"/>
              </a:lnSpc>
            </a:pPr>
            <a:r>
              <a:rPr lang="en-CA" sz="1100">
                <a:latin typeface="Garamond" panose="02020404030301010803" pitchFamily="18" charset="0"/>
              </a:rPr>
              <a:t>96</a:t>
            </a:r>
          </a:p>
        </p:txBody>
      </p:sp>
      <p:sp>
        <p:nvSpPr>
          <p:cNvPr id="19" name="Rectangle 18">
            <a:extLst>
              <a:ext uri="{FF2B5EF4-FFF2-40B4-BE49-F238E27FC236}">
                <a16:creationId xmlns:a16="http://schemas.microsoft.com/office/drawing/2014/main" id="{D90638B5-4F8C-3066-6195-8E8EBB7504DB}"/>
              </a:ext>
            </a:extLst>
          </p:cNvPr>
          <p:cNvSpPr/>
          <p:nvPr userDrawn="1"/>
        </p:nvSpPr>
        <p:spPr>
          <a:xfrm>
            <a:off x="1890259" y="4191834"/>
            <a:ext cx="432000" cy="432000"/>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a:latin typeface="Garamond" panose="02020404030301010803" pitchFamily="18" charset="0"/>
              </a:rPr>
              <a:t>115</a:t>
            </a:r>
          </a:p>
          <a:p>
            <a:pPr algn="ctr">
              <a:lnSpc>
                <a:spcPts val="1000"/>
              </a:lnSpc>
            </a:pPr>
            <a:r>
              <a:rPr lang="en-CA" sz="1100">
                <a:latin typeface="Garamond" panose="02020404030301010803" pitchFamily="18" charset="0"/>
              </a:rPr>
              <a:t>151</a:t>
            </a:r>
          </a:p>
          <a:p>
            <a:pPr algn="ctr">
              <a:lnSpc>
                <a:spcPts val="1000"/>
              </a:lnSpc>
            </a:pPr>
            <a:r>
              <a:rPr lang="en-CA" sz="1100">
                <a:latin typeface="Garamond" panose="02020404030301010803" pitchFamily="18" charset="0"/>
              </a:rPr>
              <a:t>188</a:t>
            </a:r>
          </a:p>
        </p:txBody>
      </p:sp>
      <p:sp>
        <p:nvSpPr>
          <p:cNvPr id="20" name="Rectangle 19">
            <a:extLst>
              <a:ext uri="{FF2B5EF4-FFF2-40B4-BE49-F238E27FC236}">
                <a16:creationId xmlns:a16="http://schemas.microsoft.com/office/drawing/2014/main" id="{2BC84CC0-0237-5A87-BCE2-9F741431E460}"/>
              </a:ext>
            </a:extLst>
          </p:cNvPr>
          <p:cNvSpPr/>
          <p:nvPr userDrawn="1"/>
        </p:nvSpPr>
        <p:spPr>
          <a:xfrm>
            <a:off x="1311712" y="4775517"/>
            <a:ext cx="432000" cy="432000"/>
          </a:xfrm>
          <a:prstGeom prst="rect">
            <a:avLst/>
          </a:prstGeom>
          <a:solidFill>
            <a:srgbClr val="9FBFE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a:solidFill>
                  <a:srgbClr val="000000"/>
                </a:solidFill>
                <a:latin typeface="Garamond" panose="02020404030301010803" pitchFamily="18" charset="0"/>
              </a:rPr>
              <a:t>159</a:t>
            </a:r>
          </a:p>
          <a:p>
            <a:pPr algn="ctr">
              <a:lnSpc>
                <a:spcPts val="1000"/>
              </a:lnSpc>
            </a:pPr>
            <a:r>
              <a:rPr lang="en-CA" sz="1100">
                <a:solidFill>
                  <a:srgbClr val="000000"/>
                </a:solidFill>
                <a:latin typeface="Garamond" panose="02020404030301010803" pitchFamily="18" charset="0"/>
              </a:rPr>
              <a:t>191</a:t>
            </a:r>
          </a:p>
          <a:p>
            <a:pPr algn="ctr">
              <a:lnSpc>
                <a:spcPts val="1000"/>
              </a:lnSpc>
            </a:pPr>
            <a:r>
              <a:rPr lang="en-CA" sz="1100">
                <a:solidFill>
                  <a:srgbClr val="000000"/>
                </a:solidFill>
                <a:latin typeface="Garamond" panose="02020404030301010803" pitchFamily="18" charset="0"/>
              </a:rPr>
              <a:t>229</a:t>
            </a:r>
          </a:p>
        </p:txBody>
      </p:sp>
      <p:sp>
        <p:nvSpPr>
          <p:cNvPr id="21" name="Rectangle 20">
            <a:extLst>
              <a:ext uri="{FF2B5EF4-FFF2-40B4-BE49-F238E27FC236}">
                <a16:creationId xmlns:a16="http://schemas.microsoft.com/office/drawing/2014/main" id="{2CAE88E9-A8AB-72A2-F68F-790C193F3678}"/>
              </a:ext>
            </a:extLst>
          </p:cNvPr>
          <p:cNvSpPr/>
          <p:nvPr userDrawn="1"/>
        </p:nvSpPr>
        <p:spPr>
          <a:xfrm>
            <a:off x="1890259" y="4775517"/>
            <a:ext cx="432000" cy="432000"/>
          </a:xfrm>
          <a:prstGeom prst="rect">
            <a:avLst/>
          </a:prstGeom>
          <a:solidFill>
            <a:srgbClr val="CBDCF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a:solidFill>
                  <a:srgbClr val="000000"/>
                </a:solidFill>
                <a:latin typeface="Garamond" panose="02020404030301010803" pitchFamily="18" charset="0"/>
              </a:rPr>
              <a:t>203</a:t>
            </a:r>
          </a:p>
          <a:p>
            <a:pPr algn="ctr">
              <a:lnSpc>
                <a:spcPts val="1000"/>
              </a:lnSpc>
            </a:pPr>
            <a:r>
              <a:rPr lang="en-CA" sz="1100">
                <a:solidFill>
                  <a:srgbClr val="000000"/>
                </a:solidFill>
                <a:latin typeface="Garamond" panose="02020404030301010803" pitchFamily="18" charset="0"/>
              </a:rPr>
              <a:t>220</a:t>
            </a:r>
          </a:p>
          <a:p>
            <a:pPr algn="ctr">
              <a:lnSpc>
                <a:spcPts val="1000"/>
              </a:lnSpc>
            </a:pPr>
            <a:r>
              <a:rPr lang="en-CA" sz="1100">
                <a:solidFill>
                  <a:srgbClr val="000000"/>
                </a:solidFill>
                <a:latin typeface="Garamond" panose="02020404030301010803" pitchFamily="18" charset="0"/>
              </a:rPr>
              <a:t>241</a:t>
            </a:r>
          </a:p>
        </p:txBody>
      </p:sp>
      <p:sp>
        <p:nvSpPr>
          <p:cNvPr id="24" name="Rectangle 23">
            <a:extLst>
              <a:ext uri="{FF2B5EF4-FFF2-40B4-BE49-F238E27FC236}">
                <a16:creationId xmlns:a16="http://schemas.microsoft.com/office/drawing/2014/main" id="{15A6F795-D0AF-08BD-1BA2-7F8C45F57581}"/>
              </a:ext>
            </a:extLst>
          </p:cNvPr>
          <p:cNvSpPr/>
          <p:nvPr userDrawn="1"/>
        </p:nvSpPr>
        <p:spPr>
          <a:xfrm>
            <a:off x="1311712" y="1454644"/>
            <a:ext cx="432000" cy="432000"/>
          </a:xfrm>
          <a:prstGeom prst="rect">
            <a:avLst/>
          </a:prstGeom>
          <a:solidFill>
            <a:srgbClr val="0000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a:latin typeface="Garamond" panose="02020404030301010803" pitchFamily="18" charset="0"/>
              </a:rPr>
              <a:t>0</a:t>
            </a:r>
          </a:p>
          <a:p>
            <a:pPr algn="ctr">
              <a:lnSpc>
                <a:spcPts val="1000"/>
              </a:lnSpc>
            </a:pPr>
            <a:r>
              <a:rPr lang="en-CA" sz="1100">
                <a:latin typeface="Garamond" panose="02020404030301010803" pitchFamily="18" charset="0"/>
              </a:rPr>
              <a:t>0</a:t>
            </a:r>
          </a:p>
          <a:p>
            <a:pPr algn="ctr">
              <a:lnSpc>
                <a:spcPts val="1000"/>
              </a:lnSpc>
            </a:pPr>
            <a:r>
              <a:rPr lang="en-CA" sz="1100">
                <a:latin typeface="Garamond" panose="02020404030301010803" pitchFamily="18" charset="0"/>
              </a:rPr>
              <a:t>102</a:t>
            </a:r>
          </a:p>
        </p:txBody>
      </p:sp>
      <p:sp>
        <p:nvSpPr>
          <p:cNvPr id="26" name="Rectangle 25">
            <a:extLst>
              <a:ext uri="{FF2B5EF4-FFF2-40B4-BE49-F238E27FC236}">
                <a16:creationId xmlns:a16="http://schemas.microsoft.com/office/drawing/2014/main" id="{92CEEE39-1B85-8706-E69C-E4FFECC7629E}"/>
              </a:ext>
            </a:extLst>
          </p:cNvPr>
          <p:cNvSpPr/>
          <p:nvPr userDrawn="1"/>
        </p:nvSpPr>
        <p:spPr>
          <a:xfrm>
            <a:off x="1890259" y="1454644"/>
            <a:ext cx="432000" cy="432000"/>
          </a:xfrm>
          <a:prstGeom prst="rect">
            <a:avLst/>
          </a:prstGeom>
          <a:solidFill>
            <a:srgbClr val="A6A6A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a:solidFill>
                  <a:srgbClr val="000000"/>
                </a:solidFill>
                <a:latin typeface="Garamond" panose="02020404030301010803" pitchFamily="18" charset="0"/>
              </a:rPr>
              <a:t>166</a:t>
            </a:r>
          </a:p>
          <a:p>
            <a:pPr algn="ctr">
              <a:lnSpc>
                <a:spcPts val="1000"/>
              </a:lnSpc>
            </a:pPr>
            <a:r>
              <a:rPr lang="en-CA" sz="1100">
                <a:solidFill>
                  <a:srgbClr val="000000"/>
                </a:solidFill>
                <a:latin typeface="Garamond" panose="02020404030301010803" pitchFamily="18" charset="0"/>
              </a:rPr>
              <a:t>166</a:t>
            </a:r>
          </a:p>
          <a:p>
            <a:pPr algn="ctr">
              <a:lnSpc>
                <a:spcPts val="1000"/>
              </a:lnSpc>
            </a:pPr>
            <a:r>
              <a:rPr lang="en-CA" sz="1100">
                <a:solidFill>
                  <a:srgbClr val="000000"/>
                </a:solidFill>
                <a:latin typeface="Garamond" panose="02020404030301010803" pitchFamily="18" charset="0"/>
              </a:rPr>
              <a:t>166</a:t>
            </a:r>
          </a:p>
        </p:txBody>
      </p:sp>
      <p:sp>
        <p:nvSpPr>
          <p:cNvPr id="27" name="Rectangle 26">
            <a:extLst>
              <a:ext uri="{FF2B5EF4-FFF2-40B4-BE49-F238E27FC236}">
                <a16:creationId xmlns:a16="http://schemas.microsoft.com/office/drawing/2014/main" id="{BB6B50CD-C376-1B8F-1FB8-7B2858BC5BA8}"/>
              </a:ext>
            </a:extLst>
          </p:cNvPr>
          <p:cNvSpPr/>
          <p:nvPr userDrawn="1"/>
        </p:nvSpPr>
        <p:spPr>
          <a:xfrm>
            <a:off x="1311712" y="1994888"/>
            <a:ext cx="432000" cy="432000"/>
          </a:xfrm>
          <a:prstGeom prst="rect">
            <a:avLst/>
          </a:prstGeom>
          <a:solidFill>
            <a:srgbClr val="00206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a:latin typeface="Garamond" panose="02020404030301010803" pitchFamily="18" charset="0"/>
              </a:rPr>
              <a:t>0</a:t>
            </a:r>
          </a:p>
          <a:p>
            <a:pPr algn="ctr">
              <a:lnSpc>
                <a:spcPts val="1000"/>
              </a:lnSpc>
            </a:pPr>
            <a:r>
              <a:rPr lang="en-CA" sz="1100">
                <a:latin typeface="Garamond" panose="02020404030301010803" pitchFamily="18" charset="0"/>
              </a:rPr>
              <a:t>32</a:t>
            </a:r>
          </a:p>
          <a:p>
            <a:pPr algn="ctr">
              <a:lnSpc>
                <a:spcPts val="1000"/>
              </a:lnSpc>
            </a:pPr>
            <a:r>
              <a:rPr lang="en-CA" sz="1100">
                <a:latin typeface="Garamond" panose="02020404030301010803" pitchFamily="18" charset="0"/>
              </a:rPr>
              <a:t>96</a:t>
            </a:r>
          </a:p>
        </p:txBody>
      </p:sp>
      <p:sp>
        <p:nvSpPr>
          <p:cNvPr id="28" name="Rectangle 27">
            <a:extLst>
              <a:ext uri="{FF2B5EF4-FFF2-40B4-BE49-F238E27FC236}">
                <a16:creationId xmlns:a16="http://schemas.microsoft.com/office/drawing/2014/main" id="{9B91FA98-A356-4146-32CE-D08FE01C8E73}"/>
              </a:ext>
            </a:extLst>
          </p:cNvPr>
          <p:cNvSpPr/>
          <p:nvPr userDrawn="1"/>
        </p:nvSpPr>
        <p:spPr>
          <a:xfrm>
            <a:off x="1890259" y="1994888"/>
            <a:ext cx="432000" cy="432000"/>
          </a:xfrm>
          <a:prstGeom prst="rect">
            <a:avLst/>
          </a:prstGeom>
          <a:solidFill>
            <a:srgbClr val="C0C0C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a:solidFill>
                  <a:srgbClr val="000000"/>
                </a:solidFill>
                <a:latin typeface="Garamond" panose="02020404030301010803" pitchFamily="18" charset="0"/>
              </a:rPr>
              <a:t>192</a:t>
            </a:r>
          </a:p>
          <a:p>
            <a:pPr algn="ctr">
              <a:lnSpc>
                <a:spcPts val="1000"/>
              </a:lnSpc>
            </a:pPr>
            <a:r>
              <a:rPr lang="en-CA" sz="1100">
                <a:solidFill>
                  <a:srgbClr val="000000"/>
                </a:solidFill>
                <a:latin typeface="Garamond" panose="02020404030301010803" pitchFamily="18" charset="0"/>
              </a:rPr>
              <a:t>192</a:t>
            </a:r>
          </a:p>
          <a:p>
            <a:pPr algn="ctr">
              <a:lnSpc>
                <a:spcPts val="1000"/>
              </a:lnSpc>
            </a:pPr>
            <a:r>
              <a:rPr lang="en-CA" sz="1100">
                <a:solidFill>
                  <a:srgbClr val="000000"/>
                </a:solidFill>
                <a:latin typeface="Garamond" panose="02020404030301010803" pitchFamily="18" charset="0"/>
              </a:rPr>
              <a:t>192</a:t>
            </a:r>
          </a:p>
        </p:txBody>
      </p:sp>
      <p:sp>
        <p:nvSpPr>
          <p:cNvPr id="29" name="Rectangle 28">
            <a:extLst>
              <a:ext uri="{FF2B5EF4-FFF2-40B4-BE49-F238E27FC236}">
                <a16:creationId xmlns:a16="http://schemas.microsoft.com/office/drawing/2014/main" id="{D1066608-A5CF-A01C-ED27-908031D7A14B}"/>
              </a:ext>
            </a:extLst>
          </p:cNvPr>
          <p:cNvSpPr/>
          <p:nvPr userDrawn="1"/>
        </p:nvSpPr>
        <p:spPr>
          <a:xfrm>
            <a:off x="1311712" y="2535131"/>
            <a:ext cx="432000" cy="432000"/>
          </a:xfrm>
          <a:prstGeom prst="rect">
            <a:avLst/>
          </a:prstGeom>
          <a:solidFill>
            <a:srgbClr val="1C4587"/>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a:latin typeface="Garamond" panose="02020404030301010803" pitchFamily="18" charset="0"/>
              </a:rPr>
              <a:t>28</a:t>
            </a:r>
          </a:p>
          <a:p>
            <a:pPr algn="ctr">
              <a:lnSpc>
                <a:spcPts val="1000"/>
              </a:lnSpc>
            </a:pPr>
            <a:r>
              <a:rPr lang="en-CA" sz="1100">
                <a:latin typeface="Garamond" panose="02020404030301010803" pitchFamily="18" charset="0"/>
              </a:rPr>
              <a:t>69</a:t>
            </a:r>
          </a:p>
          <a:p>
            <a:pPr algn="ctr">
              <a:lnSpc>
                <a:spcPts val="1000"/>
              </a:lnSpc>
            </a:pPr>
            <a:r>
              <a:rPr lang="en-CA" sz="1100">
                <a:latin typeface="Garamond" panose="02020404030301010803" pitchFamily="18" charset="0"/>
              </a:rPr>
              <a:t>135</a:t>
            </a:r>
          </a:p>
        </p:txBody>
      </p:sp>
      <p:sp>
        <p:nvSpPr>
          <p:cNvPr id="30" name="Rectangle 29">
            <a:extLst>
              <a:ext uri="{FF2B5EF4-FFF2-40B4-BE49-F238E27FC236}">
                <a16:creationId xmlns:a16="http://schemas.microsoft.com/office/drawing/2014/main" id="{92EEF1A3-E410-1537-E1A8-E41A34BDE1F2}"/>
              </a:ext>
            </a:extLst>
          </p:cNvPr>
          <p:cNvSpPr/>
          <p:nvPr userDrawn="1"/>
        </p:nvSpPr>
        <p:spPr>
          <a:xfrm>
            <a:off x="1890259" y="2535131"/>
            <a:ext cx="432000" cy="432000"/>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a:solidFill>
                  <a:srgbClr val="000000"/>
                </a:solidFill>
                <a:latin typeface="Garamond" panose="02020404030301010803" pitchFamily="18" charset="0"/>
              </a:rPr>
              <a:t>242</a:t>
            </a:r>
          </a:p>
          <a:p>
            <a:pPr algn="ctr">
              <a:lnSpc>
                <a:spcPts val="1000"/>
              </a:lnSpc>
            </a:pPr>
            <a:r>
              <a:rPr lang="en-CA" sz="1100">
                <a:solidFill>
                  <a:srgbClr val="000000"/>
                </a:solidFill>
                <a:latin typeface="Garamond" panose="02020404030301010803" pitchFamily="18" charset="0"/>
              </a:rPr>
              <a:t>242</a:t>
            </a:r>
          </a:p>
          <a:p>
            <a:pPr algn="ctr">
              <a:lnSpc>
                <a:spcPts val="1000"/>
              </a:lnSpc>
            </a:pPr>
            <a:r>
              <a:rPr lang="en-CA" sz="1100">
                <a:solidFill>
                  <a:srgbClr val="000000"/>
                </a:solidFill>
                <a:latin typeface="Garamond" panose="02020404030301010803" pitchFamily="18" charset="0"/>
              </a:rPr>
              <a:t>242</a:t>
            </a:r>
          </a:p>
        </p:txBody>
      </p:sp>
      <p:sp>
        <p:nvSpPr>
          <p:cNvPr id="31" name="Rectangle 30">
            <a:extLst>
              <a:ext uri="{FF2B5EF4-FFF2-40B4-BE49-F238E27FC236}">
                <a16:creationId xmlns:a16="http://schemas.microsoft.com/office/drawing/2014/main" id="{033558CF-3D29-F42D-D453-FADED701C137}"/>
              </a:ext>
            </a:extLst>
          </p:cNvPr>
          <p:cNvSpPr/>
          <p:nvPr userDrawn="1"/>
        </p:nvSpPr>
        <p:spPr>
          <a:xfrm>
            <a:off x="1311712" y="5359200"/>
            <a:ext cx="432000" cy="432000"/>
          </a:xfrm>
          <a:prstGeom prst="rect">
            <a:avLst/>
          </a:prstGeom>
          <a:solidFill>
            <a:srgbClr val="BF9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a:solidFill>
                  <a:schemeClr val="bg1"/>
                </a:solidFill>
                <a:latin typeface="Garamond" panose="02020404030301010803" pitchFamily="18" charset="0"/>
              </a:rPr>
              <a:t>191</a:t>
            </a:r>
          </a:p>
          <a:p>
            <a:pPr algn="ctr">
              <a:lnSpc>
                <a:spcPts val="1000"/>
              </a:lnSpc>
            </a:pPr>
            <a:r>
              <a:rPr lang="en-CA" sz="1100">
                <a:solidFill>
                  <a:schemeClr val="bg1"/>
                </a:solidFill>
                <a:latin typeface="Garamond" panose="02020404030301010803" pitchFamily="18" charset="0"/>
              </a:rPr>
              <a:t>144</a:t>
            </a:r>
          </a:p>
          <a:p>
            <a:pPr algn="ctr">
              <a:lnSpc>
                <a:spcPts val="1000"/>
              </a:lnSpc>
            </a:pPr>
            <a:r>
              <a:rPr lang="en-CA" sz="1100">
                <a:solidFill>
                  <a:schemeClr val="bg1"/>
                </a:solidFill>
                <a:latin typeface="Garamond" panose="02020404030301010803" pitchFamily="18" charset="0"/>
              </a:rPr>
              <a:t>0</a:t>
            </a:r>
          </a:p>
        </p:txBody>
      </p:sp>
      <p:sp>
        <p:nvSpPr>
          <p:cNvPr id="32" name="Rectangle 31">
            <a:extLst>
              <a:ext uri="{FF2B5EF4-FFF2-40B4-BE49-F238E27FC236}">
                <a16:creationId xmlns:a16="http://schemas.microsoft.com/office/drawing/2014/main" id="{5FB2C66C-FA2D-1FCE-5301-BF4A5E77B587}"/>
              </a:ext>
            </a:extLst>
          </p:cNvPr>
          <p:cNvSpPr/>
          <p:nvPr userDrawn="1"/>
        </p:nvSpPr>
        <p:spPr>
          <a:xfrm>
            <a:off x="1890259" y="5359200"/>
            <a:ext cx="432000" cy="432000"/>
          </a:xfrm>
          <a:prstGeom prst="rect">
            <a:avLst/>
          </a:prstGeom>
          <a:solidFill>
            <a:srgbClr val="0048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000"/>
              </a:lnSpc>
            </a:pPr>
            <a:r>
              <a:rPr lang="en-CA" sz="1100">
                <a:solidFill>
                  <a:schemeClr val="bg1"/>
                </a:solidFill>
                <a:latin typeface="Garamond" panose="02020404030301010803" pitchFamily="18" charset="0"/>
              </a:rPr>
              <a:t>203</a:t>
            </a:r>
          </a:p>
          <a:p>
            <a:pPr algn="ctr">
              <a:lnSpc>
                <a:spcPts val="1000"/>
              </a:lnSpc>
            </a:pPr>
            <a:r>
              <a:rPr lang="en-CA" sz="1100">
                <a:solidFill>
                  <a:schemeClr val="bg1"/>
                </a:solidFill>
                <a:latin typeface="Garamond" panose="02020404030301010803" pitchFamily="18" charset="0"/>
              </a:rPr>
              <a:t>220</a:t>
            </a:r>
          </a:p>
          <a:p>
            <a:pPr algn="ctr">
              <a:lnSpc>
                <a:spcPts val="1000"/>
              </a:lnSpc>
            </a:pPr>
            <a:r>
              <a:rPr kumimoji="0" lang="en-CA" sz="1100" b="0" i="0" u="none" strike="noStrike" kern="1200" cap="none" spc="0" normalizeH="0" baseline="0" noProof="0">
                <a:ln>
                  <a:noFill/>
                </a:ln>
                <a:solidFill>
                  <a:schemeClr val="bg1"/>
                </a:solidFill>
                <a:effectLst/>
                <a:uLnTx/>
                <a:uFillTx/>
                <a:latin typeface="Garamond" panose="02020404030301010803" pitchFamily="18" charset="0"/>
                <a:ea typeface="+mn-ea"/>
                <a:cs typeface="+mn-cs"/>
              </a:rPr>
              <a:t>241</a:t>
            </a:r>
          </a:p>
        </p:txBody>
      </p:sp>
      <p:sp>
        <p:nvSpPr>
          <p:cNvPr id="6" name="Rectangle 5">
            <a:extLst>
              <a:ext uri="{FF2B5EF4-FFF2-40B4-BE49-F238E27FC236}">
                <a16:creationId xmlns:a16="http://schemas.microsoft.com/office/drawing/2014/main" id="{C4F42FCD-6980-F002-5332-60FFC92CF371}"/>
              </a:ext>
            </a:extLst>
          </p:cNvPr>
          <p:cNvSpPr/>
          <p:nvPr userDrawn="1"/>
        </p:nvSpPr>
        <p:spPr>
          <a:xfrm>
            <a:off x="4572000" y="1173192"/>
            <a:ext cx="2380891" cy="8216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37160" indent="-137160" algn="l">
              <a:buFont typeface="Arial" panose="020B0604020202020204" pitchFamily="34" charset="0"/>
              <a:buChar char="•"/>
            </a:pPr>
            <a:r>
              <a:rPr lang="en-US" sz="1000">
                <a:solidFill>
                  <a:schemeClr val="tx1"/>
                </a:solidFill>
              </a:rPr>
              <a:t>[]</a:t>
            </a:r>
          </a:p>
          <a:p>
            <a:pPr marL="274320" lvl="1" indent="-137160" algn="l">
              <a:buFont typeface="Wingdings" panose="05000000000000000000" pitchFamily="2" charset="2"/>
              <a:buChar char="§"/>
            </a:pPr>
            <a:r>
              <a:rPr lang="en-US" sz="1000">
                <a:solidFill>
                  <a:schemeClr val="tx1"/>
                </a:solidFill>
              </a:rPr>
              <a:t>[]</a:t>
            </a:r>
          </a:p>
          <a:p>
            <a:pPr marL="411480" lvl="2" indent="-137160" algn="l">
              <a:buFont typeface="Courier New" panose="02070309020205020404" pitchFamily="49" charset="0"/>
              <a:buChar char="o"/>
            </a:pPr>
            <a:r>
              <a:rPr lang="en-US" sz="1000">
                <a:solidFill>
                  <a:schemeClr val="tx1"/>
                </a:solidFill>
              </a:rPr>
              <a:t>[]</a:t>
            </a:r>
          </a:p>
        </p:txBody>
      </p:sp>
    </p:spTree>
    <p:extLst>
      <p:ext uri="{BB962C8B-B14F-4D97-AF65-F5344CB8AC3E}">
        <p14:creationId xmlns:p14="http://schemas.microsoft.com/office/powerpoint/2010/main" val="256957864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Intentionally Blank">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TextBox 4"/>
          <p:cNvSpPr txBox="1"/>
          <p:nvPr userDrawn="1"/>
        </p:nvSpPr>
        <p:spPr>
          <a:xfrm>
            <a:off x="0" y="3124200"/>
            <a:ext cx="9144000" cy="369332"/>
          </a:xfrm>
          <a:prstGeom prst="rect">
            <a:avLst/>
          </a:prstGeom>
          <a:noFill/>
        </p:spPr>
        <p:txBody>
          <a:bodyPr wrap="square" rtlCol="0" anchor="ctr" anchorCtr="0">
            <a:spAutoFit/>
          </a:bodyPr>
          <a:lstStyle/>
          <a:p>
            <a:pPr algn="ctr"/>
            <a:r>
              <a:rPr lang="en-US" sz="1800">
                <a:solidFill>
                  <a:schemeClr val="bg1">
                    <a:lumMod val="75000"/>
                  </a:schemeClr>
                </a:solidFill>
              </a:rPr>
              <a:t>This page intentionally left blank</a:t>
            </a:r>
          </a:p>
        </p:txBody>
      </p:sp>
      <p:pic>
        <p:nvPicPr>
          <p:cNvPr id="3" name="Picture 2">
            <a:extLst>
              <a:ext uri="{FF2B5EF4-FFF2-40B4-BE49-F238E27FC236}">
                <a16:creationId xmlns:a16="http://schemas.microsoft.com/office/drawing/2014/main" id="{B63B81F7-51DB-5993-A175-6BDCDA95D13D}"/>
              </a:ext>
            </a:extLst>
          </p:cNvPr>
          <p:cNvPicPr>
            <a:picLocks noChangeAspect="1"/>
          </p:cNvPicPr>
          <p:nvPr userDrawn="1"/>
        </p:nvPicPr>
        <p:blipFill>
          <a:blip r:embed="rId3"/>
          <a:stretch>
            <a:fillRect/>
          </a:stretch>
        </p:blipFill>
        <p:spPr>
          <a:xfrm>
            <a:off x="457200" y="6152421"/>
            <a:ext cx="1797940" cy="248381"/>
          </a:xfrm>
          <a:prstGeom prst="rect">
            <a:avLst/>
          </a:prstGeom>
        </p:spPr>
      </p:pic>
    </p:spTree>
    <p:extLst>
      <p:ext uri="{BB962C8B-B14F-4D97-AF65-F5344CB8AC3E}">
        <p14:creationId xmlns:p14="http://schemas.microsoft.com/office/powerpoint/2010/main" val="38337947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5"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extBox 1"/>
          <p:cNvSpPr txBox="1"/>
          <p:nvPr userDrawn="1"/>
        </p:nvSpPr>
        <p:spPr>
          <a:xfrm>
            <a:off x="228600" y="914400"/>
            <a:ext cx="8686800" cy="5181600"/>
          </a:xfrm>
          <a:prstGeom prst="rect">
            <a:avLst/>
          </a:prstGeom>
        </p:spPr>
        <p:txBody>
          <a:bodyPr vert="horz" lIns="0" tIns="0" rIns="0" bIns="0" rtlCol="0">
            <a:normAutofit fontScale="77500" lnSpcReduction="20000"/>
          </a:bodyPr>
          <a:lstStyle>
            <a:lvl1pPr lvl="0" indent="0">
              <a:spcBef>
                <a:spcPts val="0"/>
              </a:spcBef>
              <a:spcAft>
                <a:spcPts val="600"/>
              </a:spcAft>
              <a:buFont typeface="Arial" pitchFamily="34" charset="0"/>
              <a:buNone/>
              <a:defRPr sz="1000">
                <a:solidFill>
                  <a:schemeClr val="tx1">
                    <a:lumMod val="65000"/>
                    <a:lumOff val="35000"/>
                  </a:schemeClr>
                </a:solidFill>
              </a:defRPr>
            </a:lvl1pPr>
            <a:lvl2pPr indent="0">
              <a:spcBef>
                <a:spcPct val="20000"/>
              </a:spcBef>
              <a:buFont typeface="Arial" pitchFamily="34" charset="0"/>
              <a:buNone/>
              <a:defRPr sz="1200"/>
            </a:lvl2pPr>
            <a:lvl3pPr indent="0">
              <a:spcBef>
                <a:spcPct val="20000"/>
              </a:spcBef>
              <a:buFont typeface="Arial" pitchFamily="34" charset="0"/>
              <a:buNone/>
              <a:defRPr sz="1200"/>
            </a:lvl3pPr>
            <a:lvl4pPr indent="0">
              <a:spcBef>
                <a:spcPct val="20000"/>
              </a:spcBef>
              <a:buFont typeface="Arial" pitchFamily="34" charset="0"/>
              <a:buNone/>
              <a:defRPr sz="1200"/>
            </a:lvl4pPr>
            <a:lvl5pPr indent="0">
              <a:spcBef>
                <a:spcPct val="20000"/>
              </a:spcBef>
              <a:buFont typeface="Arial" pitchFamily="34" charset="0"/>
              <a:buNone/>
              <a:defRPr sz="12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indent="0" algn="just">
              <a:lnSpc>
                <a:spcPct val="150000"/>
              </a:lnSpc>
              <a:spcAft>
                <a:spcPts val="600"/>
              </a:spcAft>
              <a:buNone/>
            </a:pPr>
            <a:r>
              <a:rPr lang="en-US" sz="1000"/>
              <a:t>This presentation is not an offer or sale of, or a solicitation to any person to buy, any security, investment product or investment advice. The information contained in this presentation has been prepared by DalFort Capital Partners (“DFCP”) and its affiliated and related entities (collectively, “DalFort”) and is furnished on a confidential and limited basis for the sole and exclusive purpose of providing general and background information concerning DalFort as well as various investment vehicles sponsored by DalFort (the “Fund(s)”).  Any such offer, sale or solicitation of interests in any Fund will be made only pursuant to a Fund’s definitive documents, which may include a confidential private placement memorandum (with respect to each Fund, as amended and/or supplemented from time to time, and including, without limitation, the legends contained therein, the “Memorandum”), the governing documents of such Fund and subscription documents, and will be subject to the terms and conditions contained in such documents and the Memorandum. This presentation is qualified in its entirety by reference to any Memorandum or other definitive documents of a Fund. All of the Funds referenced in this presentation are closed and no longer accepting additional subscriptions or commitments from investors.</a:t>
            </a:r>
          </a:p>
          <a:p>
            <a:pPr marL="0" indent="0" algn="just">
              <a:lnSpc>
                <a:spcPct val="150000"/>
              </a:lnSpc>
              <a:spcAft>
                <a:spcPts val="600"/>
              </a:spcAft>
              <a:buNone/>
            </a:pPr>
            <a:r>
              <a:rPr lang="en-US" sz="1000"/>
              <a:t>This presentation is not intended to be relied upon as investment advice and is not, and should not be assumed to be, complete. Each recipient of this presentation agrees that DalFort and its affiliates, members, partners, stockholders, managers, directors, officers, employees and agents shall have no liability for any misstatement or omission of fact or any opinion expressed herein. The contents herein are not to be construed as legal, business or tax advice, and each recipient should consult its own attorney, business advisor and tax advisor as to legal, business and tax advice. Each recipient further agrees that it will (i) keep permanently confidential all information contained herein not already public, (ii) use this presentation solely for the purpose of monitoring or evaluating an investment in a Fund and (iii) not copy, reproduce or distribute this presentation, in whole or in part, to any person or party (including any employee of the recipient other than an employee directly involved in monitoring or evaluating an investment in a Fund) without the prior written consent of DalFort. Each person who has accessed, or received a copy of, this presentation (or any part thereof) is deemed to have agreed (x) not to reproduce or distribute this presentation, in whole or in part, except to any employee named in item (iii) in the preceding sentence, (y) to return this presentation to DalFort promptly upon request and (z) to be responsible for any disclosure of DalFort’s or a Fund’s information by such person or any of its employees, agents or representatives.</a:t>
            </a:r>
          </a:p>
          <a:p>
            <a:pPr marL="0" indent="0" algn="just">
              <a:lnSpc>
                <a:spcPct val="150000"/>
              </a:lnSpc>
              <a:spcAft>
                <a:spcPts val="600"/>
              </a:spcAft>
              <a:buNone/>
            </a:pPr>
            <a:r>
              <a:rPr lang="en-US" sz="1000"/>
              <a:t>Although DalFort has used all reasonable efforts to ensure that the information provided in this presentation is correct, DalFort makes no representation and gives no warranty that such information is accurate, complete or current, and any recipient of this presentation should not rely on the information provided in this presentation for any purpose. This presentation contains forward-looking statements, including descriptions of anticipated market changes, investment valuations and estimated returns from unrealized investments. These forward-looking statements are based on current expectations, estimates and projections about the industry and markets in which a Fund will operate and DalFort’s beliefs and assumptions. Any investment in a Fund is subject to various risks (including the possible loss of a substantial part, or even the entire amount, of an investment) and potential conflicts of interest, none of which are outlined in this presentation.</a:t>
            </a:r>
          </a:p>
          <a:p>
            <a:pPr marL="0" indent="0" algn="just">
              <a:lnSpc>
                <a:spcPct val="150000"/>
              </a:lnSpc>
              <a:spcAft>
                <a:spcPts val="600"/>
              </a:spcAft>
              <a:buNone/>
            </a:pPr>
            <a:r>
              <a:rPr lang="en-US" sz="1000"/>
              <a:t>Past performance is not a guarantee of future results. There can be no assurance that any Fund’s investments will achieve comparable results or that such Fund will be able to implement its investment strategy and investment approach or achieve its investment objective. Estimates, projections or forward-looking statements (such as unrealized value) contained in this presentation are only estimates of future results or events that are based upon assumptions, opinions and estimations made at the time such estimates, projections or statements were developed or made. There can be no assurance that the results set forth in the estimates, projections or the events predicted will be attained, and actual results may be significantly different from the estimates. Also, general economic factors, which are not predictable, can have a material impact on the reliability of estimates, projections or forward-looking statements. Actual events are difficult to project and often depend upon factors that are beyond the control of DalFort. Unless otherwise noted, the information contained in this presentation is subject to change and speaks only as of the date of this presentation or as of the specific date(s) noted in this presentation, as applicable, and DalFort does not have any obligation to update any of such information.</a:t>
            </a:r>
            <a:endParaRPr lang="en-US" sz="1000">
              <a:latin typeface="+mn-lt"/>
              <a:cs typeface="Arial" panose="020B0604020202020204" pitchFamily="34" charset="0"/>
            </a:endParaRPr>
          </a:p>
        </p:txBody>
      </p:sp>
      <p:sp>
        <p:nvSpPr>
          <p:cNvPr id="3" name="Slide Number Placeholder 2"/>
          <p:cNvSpPr>
            <a:spLocks noGrp="1"/>
          </p:cNvSpPr>
          <p:nvPr>
            <p:ph type="sldNum" sz="quarter" idx="10"/>
          </p:nvPr>
        </p:nvSpPr>
        <p:spPr/>
        <p:txBody>
          <a:bodyPr/>
          <a:lstStyle/>
          <a:p>
            <a:fld id="{7E3C215A-CA0B-463C-9D89-24248B22F3D6}" type="slidenum">
              <a:rPr lang="en-US" smtClean="0"/>
              <a:pPr/>
              <a:t>‹#›</a:t>
            </a:fld>
            <a:endParaRPr lang="en-US"/>
          </a:p>
        </p:txBody>
      </p:sp>
      <p:sp>
        <p:nvSpPr>
          <p:cNvPr id="4" name="Title 3"/>
          <p:cNvSpPr>
            <a:spLocks noGrp="1"/>
          </p:cNvSpPr>
          <p:nvPr>
            <p:ph type="title" hasCustomPrompt="1"/>
          </p:nvPr>
        </p:nvSpPr>
        <p:spPr/>
        <p:txBody>
          <a:bodyPr/>
          <a:lstStyle>
            <a:lvl1pPr>
              <a:defRPr/>
            </a:lvl1pPr>
          </a:lstStyle>
          <a:p>
            <a:r>
              <a:rPr lang="en-US"/>
              <a:t>Disclaimer</a:t>
            </a:r>
          </a:p>
        </p:txBody>
      </p:sp>
    </p:spTree>
    <p:extLst>
      <p:ext uri="{BB962C8B-B14F-4D97-AF65-F5344CB8AC3E}">
        <p14:creationId xmlns:p14="http://schemas.microsoft.com/office/powerpoint/2010/main" val="421568383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End Cover">
    <p:spTree>
      <p:nvGrpSpPr>
        <p:cNvPr id="1" name=""/>
        <p:cNvGrpSpPr/>
        <p:nvPr/>
      </p:nvGrpSpPr>
      <p:grpSpPr>
        <a:xfrm>
          <a:off x="0" y="0"/>
          <a:ext cx="0" cy="0"/>
          <a:chOff x="0" y="0"/>
          <a:chExt cx="0" cy="0"/>
        </a:xfrm>
      </p:grpSpPr>
      <p:sp>
        <p:nvSpPr>
          <p:cNvPr id="4"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5" name="Picture 4">
            <a:extLst>
              <a:ext uri="{FF2B5EF4-FFF2-40B4-BE49-F238E27FC236}">
                <a16:creationId xmlns:a16="http://schemas.microsoft.com/office/drawing/2014/main" id="{954EA98B-2034-FBFE-BA58-AB6CCEB613CF}"/>
              </a:ext>
            </a:extLst>
          </p:cNvPr>
          <p:cNvPicPr>
            <a:picLocks noChangeAspect="1"/>
          </p:cNvPicPr>
          <p:nvPr userDrawn="1"/>
        </p:nvPicPr>
        <p:blipFill>
          <a:blip r:embed="rId3"/>
          <a:stretch>
            <a:fillRect/>
          </a:stretch>
        </p:blipFill>
        <p:spPr>
          <a:xfrm>
            <a:off x="441259" y="2858349"/>
            <a:ext cx="8261485" cy="1141307"/>
          </a:xfrm>
          <a:prstGeom prst="rect">
            <a:avLst/>
          </a:prstGeom>
        </p:spPr>
      </p:pic>
    </p:spTree>
    <p:extLst>
      <p:ext uri="{BB962C8B-B14F-4D97-AF65-F5344CB8AC3E}">
        <p14:creationId xmlns:p14="http://schemas.microsoft.com/office/powerpoint/2010/main" val="161544405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08A9C5-BF42-4FDD-84A4-835D21C3832A}"/>
              </a:ext>
            </a:extLst>
          </p:cNvPr>
          <p:cNvPicPr>
            <a:picLocks noChangeAspect="1"/>
          </p:cNvPicPr>
          <p:nvPr userDrawn="1"/>
        </p:nvPicPr>
        <p:blipFill>
          <a:blip r:embed="rId2"/>
          <a:stretch>
            <a:fillRect/>
          </a:stretch>
        </p:blipFill>
        <p:spPr>
          <a:xfrm>
            <a:off x="5798321" y="6381779"/>
            <a:ext cx="2895600" cy="400021"/>
          </a:xfrm>
          <a:prstGeom prst="rect">
            <a:avLst/>
          </a:prstGeom>
        </p:spPr>
      </p:pic>
      <p:sp>
        <p:nvSpPr>
          <p:cNvPr id="7" name="Line 7">
            <a:extLst>
              <a:ext uri="{FF2B5EF4-FFF2-40B4-BE49-F238E27FC236}">
                <a16:creationId xmlns:a16="http://schemas.microsoft.com/office/drawing/2014/main" id="{382E17D7-F59B-4B75-8B74-816A89243F3F}"/>
              </a:ext>
            </a:extLst>
          </p:cNvPr>
          <p:cNvSpPr>
            <a:spLocks noChangeShapeType="1"/>
          </p:cNvSpPr>
          <p:nvPr userDrawn="1"/>
        </p:nvSpPr>
        <p:spPr bwMode="auto">
          <a:xfrm flipV="1">
            <a:off x="457200" y="6328366"/>
            <a:ext cx="8236721" cy="1"/>
          </a:xfrm>
          <a:prstGeom prst="line">
            <a:avLst/>
          </a:prstGeom>
          <a:noFill/>
          <a:ln w="28575">
            <a:solidFill>
              <a:schemeClr val="bg1">
                <a:lumMod val="65000"/>
              </a:schemeClr>
            </a:solidFill>
            <a:round/>
            <a:headEnd/>
            <a:tailEnd/>
          </a:ln>
          <a:effectLst/>
        </p:spPr>
        <p:txBody>
          <a:bodyPr/>
          <a:lstStyle/>
          <a:p>
            <a:pPr>
              <a:defRPr/>
            </a:pPr>
            <a:endParaRPr lang="en-US">
              <a:latin typeface="Arial" charset="0"/>
              <a:cs typeface="Arial" charset="0"/>
            </a:endParaRPr>
          </a:p>
        </p:txBody>
      </p:sp>
    </p:spTree>
    <p:extLst>
      <p:ext uri="{BB962C8B-B14F-4D97-AF65-F5344CB8AC3E}">
        <p14:creationId xmlns:p14="http://schemas.microsoft.com/office/powerpoint/2010/main" val="336239105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08A9C5-BF42-4FDD-84A4-835D21C3832A}"/>
              </a:ext>
            </a:extLst>
          </p:cNvPr>
          <p:cNvPicPr>
            <a:picLocks noChangeAspect="1"/>
          </p:cNvPicPr>
          <p:nvPr userDrawn="1"/>
        </p:nvPicPr>
        <p:blipFill>
          <a:blip r:embed="rId2"/>
          <a:stretch>
            <a:fillRect/>
          </a:stretch>
        </p:blipFill>
        <p:spPr>
          <a:xfrm>
            <a:off x="441258" y="2858347"/>
            <a:ext cx="8261485" cy="1141307"/>
          </a:xfrm>
          <a:prstGeom prst="rect">
            <a:avLst/>
          </a:prstGeom>
        </p:spPr>
      </p:pic>
    </p:spTree>
    <p:extLst>
      <p:ext uri="{BB962C8B-B14F-4D97-AF65-F5344CB8AC3E}">
        <p14:creationId xmlns:p14="http://schemas.microsoft.com/office/powerpoint/2010/main" val="76626824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EE9B9CE4-AF2C-19DD-A065-82AD97C8904F}"/>
              </a:ext>
            </a:extLst>
          </p:cNvPr>
          <p:cNvSpPr/>
          <p:nvPr userDrawn="1">
            <p:custDataLst>
              <p:tags r:id="rId1"/>
            </p:custDataLst>
          </p:nvPr>
        </p:nvSpPr>
        <p:spPr bwMode="auto">
          <a:xfrm>
            <a:off x="0" y="0"/>
            <a:ext cx="12700" cy="12700"/>
          </a:xfrm>
          <a:prstGeom prst="octagon">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6798515"/>
      </p:ext>
    </p:extLst>
  </p:cSld>
  <p:clrMapOvr>
    <a:masterClrMapping/>
  </p:clrMapOvr>
  <p:hf sldNum="0" hd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19200"/>
            <a:ext cx="4038600" cy="4906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19200"/>
            <a:ext cx="4038600" cy="4906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323354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2828198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571780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lang="en-US"/>
              <a:t>Click to edit Master title style</a:t>
            </a:r>
          </a:p>
        </p:txBody>
      </p:sp>
      <p:sp>
        <p:nvSpPr>
          <p:cNvPr id="3" name="Text Placeholder 2"/>
          <p:cNvSpPr>
            <a:spLocks noGrp="1"/>
          </p:cNvSpPr>
          <p:nvPr>
            <p:ph type="body" sz="half" idx="1"/>
          </p:nvPr>
        </p:nvSpPr>
        <p:spPr>
          <a:xfrm>
            <a:off x="457200" y="1219200"/>
            <a:ext cx="4038600" cy="4906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19200"/>
            <a:ext cx="4038600" cy="4906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143466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1706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29" Type="http://schemas.openxmlformats.org/officeDocument/2006/relationships/tags" Target="../tags/tag53.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tags" Target="../tags/tag52.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theme" Target="../theme/theme2.xml"/><Relationship Id="rId30"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5" Type="http://schemas.openxmlformats.org/officeDocument/2006/relationships/slideLayout" Target="../slideLayouts/slideLayout58.xml"/><Relationship Id="rId10" Type="http://schemas.openxmlformats.org/officeDocument/2006/relationships/image" Target="../media/image1.emf"/><Relationship Id="rId4" Type="http://schemas.openxmlformats.org/officeDocument/2006/relationships/slideLayout" Target="../slideLayouts/slideLayout57.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119730"/>
            <a:ext cx="8686800" cy="557929"/>
          </a:xfrm>
          <a:prstGeom prst="rect">
            <a:avLst/>
          </a:prstGeom>
        </p:spPr>
        <p:txBody>
          <a:bodyPr vert="horz" lIns="0" tIns="45720" rIns="91440" bIns="45720" rtlCol="0" anchor="ctr" anchorCtr="0">
            <a:noAutofit/>
          </a:bodyPr>
          <a:lstStyle/>
          <a:p>
            <a:r>
              <a:rPr lang="en-US"/>
              <a:t>Slide Title</a:t>
            </a:r>
          </a:p>
        </p:txBody>
      </p:sp>
      <p:sp>
        <p:nvSpPr>
          <p:cNvPr id="3" name="Text Placeholder 2"/>
          <p:cNvSpPr>
            <a:spLocks noGrp="1"/>
          </p:cNvSpPr>
          <p:nvPr>
            <p:ph type="body" idx="1"/>
          </p:nvPr>
        </p:nvSpPr>
        <p:spPr>
          <a:xfrm>
            <a:off x="228600" y="824042"/>
            <a:ext cx="8686800" cy="54243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4"/>
          </p:nvPr>
        </p:nvSpPr>
        <p:spPr>
          <a:xfrm>
            <a:off x="8534400" y="6400800"/>
            <a:ext cx="381000" cy="304800"/>
          </a:xfrm>
          <a:prstGeom prst="rect">
            <a:avLst/>
          </a:prstGeom>
        </p:spPr>
        <p:txBody>
          <a:bodyPr vert="horz" lIns="91440" tIns="45720" rIns="0" bIns="45720" rtlCol="0" anchor="ctr"/>
          <a:lstStyle>
            <a:lvl1pPr algn="r">
              <a:defRPr sz="1200">
                <a:solidFill>
                  <a:schemeClr val="tx1">
                    <a:tint val="75000"/>
                  </a:schemeClr>
                </a:solidFill>
              </a:defRPr>
            </a:lvl1pPr>
          </a:lstStyle>
          <a:p>
            <a:fld id="{7E3C215A-CA0B-463C-9D89-24248B22F3D6}" type="slidenum">
              <a:rPr lang="en-US" smtClean="0"/>
              <a:pPr/>
              <a:t>‹#›</a:t>
            </a:fld>
            <a:endParaRPr lang="en-US" dirty="0"/>
          </a:p>
        </p:txBody>
      </p:sp>
      <p:cxnSp>
        <p:nvCxnSpPr>
          <p:cNvPr id="7" name="Straight Connector 6"/>
          <p:cNvCxnSpPr/>
          <p:nvPr userDrawn="1"/>
        </p:nvCxnSpPr>
        <p:spPr>
          <a:xfrm>
            <a:off x="228600" y="762000"/>
            <a:ext cx="8686800" cy="0"/>
          </a:xfrm>
          <a:prstGeom prst="line">
            <a:avLst/>
          </a:prstGeom>
          <a:ln w="15875">
            <a:solidFill>
              <a:srgbClr val="000066"/>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cxnSpLocks/>
          </p:cNvCxnSpPr>
          <p:nvPr userDrawn="1"/>
        </p:nvCxnSpPr>
        <p:spPr>
          <a:xfrm>
            <a:off x="228600" y="6326730"/>
            <a:ext cx="8686800" cy="0"/>
          </a:xfrm>
          <a:prstGeom prst="line">
            <a:avLst/>
          </a:prstGeom>
          <a:ln w="15875">
            <a:solidFill>
              <a:srgbClr val="000066"/>
            </a:solidFill>
          </a:ln>
        </p:spPr>
        <p:style>
          <a:lnRef idx="1">
            <a:schemeClr val="accent1"/>
          </a:lnRef>
          <a:fillRef idx="0">
            <a:schemeClr val="accent1"/>
          </a:fillRef>
          <a:effectRef idx="0">
            <a:schemeClr val="accent1"/>
          </a:effectRef>
          <a:fontRef idx="minor">
            <a:schemeClr val="tx1"/>
          </a:fontRef>
        </p:style>
      </p:cxnSp>
      <p:grpSp>
        <p:nvGrpSpPr>
          <p:cNvPr id="4" name="Stamps [AL]" hidden="1"/>
          <p:cNvGrpSpPr/>
          <p:nvPr userDrawn="1"/>
        </p:nvGrpSpPr>
        <p:grpSpPr>
          <a:xfrm>
            <a:off x="76202" y="-2"/>
            <a:ext cx="8991598" cy="6858003"/>
            <a:chOff x="76201" y="-2"/>
            <a:chExt cx="8991598" cy="6858003"/>
          </a:xfrm>
        </p:grpSpPr>
        <p:sp>
          <p:nvSpPr>
            <p:cNvPr id="10" name="Stamp Left"/>
            <p:cNvSpPr txBox="1"/>
            <p:nvPr userDrawn="1">
              <p:custDataLst>
                <p:tags r:id="rId29"/>
              </p:custDataLst>
            </p:nvPr>
          </p:nvSpPr>
          <p:spPr>
            <a:xfrm rot="16200000">
              <a:off x="-3200400" y="3276599"/>
              <a:ext cx="6858001" cy="304799"/>
            </a:xfrm>
            <a:prstGeom prst="rect">
              <a:avLst/>
            </a:prstGeom>
            <a:noFill/>
          </p:spPr>
          <p:txBody>
            <a:bodyPr wrap="none" lIns="0" tIns="0" rIns="0" bIns="0" rtlCol="0" anchor="ctr" anchorCtr="0">
              <a:noAutofit/>
            </a:bodyPr>
            <a:lstStyle/>
            <a:p>
              <a:pPr algn="ctr"/>
              <a:r>
                <a:rPr lang="en-US" sz="1200" b="1" dirty="0">
                  <a:solidFill>
                    <a:srgbClr val="C00000">
                      <a:alpha val="50000"/>
                    </a:srgbClr>
                  </a:solidFill>
                  <a:latin typeface="Arial" panose="020B0604020202020204" pitchFamily="34" charset="0"/>
                  <a:cs typeface="Arial" panose="020B0604020202020204" pitchFamily="34" charset="0"/>
                </a:rPr>
                <a:t>[stamp]</a:t>
              </a:r>
            </a:p>
          </p:txBody>
        </p:sp>
        <p:sp>
          <p:nvSpPr>
            <p:cNvPr id="11" name="Stamp Right"/>
            <p:cNvSpPr txBox="1"/>
            <p:nvPr userDrawn="1">
              <p:custDataLst>
                <p:tags r:id="rId30"/>
              </p:custDataLst>
            </p:nvPr>
          </p:nvSpPr>
          <p:spPr>
            <a:xfrm rot="5400000">
              <a:off x="5486399" y="3276601"/>
              <a:ext cx="6858001" cy="304799"/>
            </a:xfrm>
            <a:prstGeom prst="rect">
              <a:avLst/>
            </a:prstGeom>
            <a:noFill/>
          </p:spPr>
          <p:txBody>
            <a:bodyPr wrap="none" lIns="0" tIns="0" rIns="0" bIns="0" rtlCol="0" anchor="ctr" anchorCtr="0">
              <a:noAutofit/>
            </a:bodyPr>
            <a:lstStyle/>
            <a:p>
              <a:pPr algn="ctr"/>
              <a:r>
                <a:rPr lang="en-US" sz="1200" b="1" dirty="0">
                  <a:solidFill>
                    <a:srgbClr val="C00000">
                      <a:alpha val="50000"/>
                    </a:srgbClr>
                  </a:solidFill>
                  <a:latin typeface="Arial" panose="020B0604020202020204" pitchFamily="34" charset="0"/>
                  <a:cs typeface="Arial" panose="020B0604020202020204" pitchFamily="34" charset="0"/>
                </a:rPr>
                <a:t>[stamp]</a:t>
              </a:r>
            </a:p>
          </p:txBody>
        </p:sp>
      </p:grpSp>
      <p:sp>
        <p:nvSpPr>
          <p:cNvPr id="5" name="File Path [AL]" hidden="1"/>
          <p:cNvSpPr txBox="1"/>
          <p:nvPr userDrawn="1"/>
        </p:nvSpPr>
        <p:spPr>
          <a:xfrm>
            <a:off x="457200" y="6553200"/>
            <a:ext cx="256480" cy="215444"/>
          </a:xfrm>
          <a:prstGeom prst="rect">
            <a:avLst/>
          </a:prstGeom>
          <a:noFill/>
        </p:spPr>
        <p:txBody>
          <a:bodyPr wrap="none" lIns="0" rIns="0" rtlCol="0">
            <a:spAutoFit/>
          </a:bodyPr>
          <a:lstStyle/>
          <a:p>
            <a:r>
              <a:rPr lang="en-US" sz="800" dirty="0">
                <a:solidFill>
                  <a:schemeClr val="bg1">
                    <a:lumMod val="75000"/>
                  </a:schemeClr>
                </a:solidFill>
              </a:rPr>
              <a:t>[path]</a:t>
            </a:r>
          </a:p>
        </p:txBody>
      </p:sp>
      <p:sp>
        <p:nvSpPr>
          <p:cNvPr id="12" name="Sticky [SS]" hidden="1"/>
          <p:cNvSpPr txBox="1"/>
          <p:nvPr userDrawn="1"/>
        </p:nvSpPr>
        <p:spPr>
          <a:xfrm>
            <a:off x="7353300" y="2"/>
            <a:ext cx="1790700" cy="1016979"/>
          </a:xfrm>
          <a:prstGeom prst="rect">
            <a:avLst/>
          </a:prstGeom>
          <a:solidFill>
            <a:srgbClr val="CC0000"/>
          </a:solidFill>
        </p:spPr>
        <p:txBody>
          <a:bodyPr wrap="square" rtlCol="0" anchor="ctr" anchorCtr="0">
            <a:noAutofit/>
          </a:bodyPr>
          <a:lstStyle/>
          <a:p>
            <a:pPr algn="ctr"/>
            <a:endParaRPr lang="en-US" sz="1800" b="1" dirty="0">
              <a:solidFill>
                <a:srgbClr val="FFFFFF"/>
              </a:solidFill>
            </a:endParaRPr>
          </a:p>
        </p:txBody>
      </p:sp>
      <p:pic>
        <p:nvPicPr>
          <p:cNvPr id="13" name="Picture 12">
            <a:extLst>
              <a:ext uri="{FF2B5EF4-FFF2-40B4-BE49-F238E27FC236}">
                <a16:creationId xmlns:a16="http://schemas.microsoft.com/office/drawing/2014/main" id="{59A90727-1FD4-0017-A1B9-3DC7231AD429}"/>
              </a:ext>
            </a:extLst>
          </p:cNvPr>
          <p:cNvPicPr>
            <a:picLocks noChangeAspect="1"/>
          </p:cNvPicPr>
          <p:nvPr userDrawn="1"/>
        </p:nvPicPr>
        <p:blipFill>
          <a:blip r:embed="rId31"/>
          <a:stretch>
            <a:fillRect/>
          </a:stretch>
        </p:blipFill>
        <p:spPr>
          <a:xfrm>
            <a:off x="228601" y="6402932"/>
            <a:ext cx="2175507" cy="300541"/>
          </a:xfrm>
          <a:prstGeom prst="rect">
            <a:avLst/>
          </a:prstGeom>
        </p:spPr>
      </p:pic>
    </p:spTree>
  </p:cSld>
  <p:clrMap bg1="lt1" tx1="dk1" bg2="lt2" tx2="dk2" accent1="accent1" accent2="accent2" accent3="accent3" accent4="accent4" accent5="accent5" accent6="accent6" hlink="hlink" folHlink="folHlink"/>
  <p:sldLayoutIdLst>
    <p:sldLayoutId id="2147483667" r:id="rId1"/>
    <p:sldLayoutId id="2147483684" r:id="rId2"/>
    <p:sldLayoutId id="2147483662" r:id="rId3"/>
    <p:sldLayoutId id="2147483677" r:id="rId4"/>
    <p:sldLayoutId id="2147483679" r:id="rId5"/>
    <p:sldLayoutId id="2147483672" r:id="rId6"/>
    <p:sldLayoutId id="2147483652" r:id="rId7"/>
    <p:sldLayoutId id="2147483675" r:id="rId8"/>
    <p:sldLayoutId id="2147483656" r:id="rId9"/>
    <p:sldLayoutId id="2147483673" r:id="rId10"/>
    <p:sldLayoutId id="2147483654" r:id="rId11"/>
    <p:sldLayoutId id="2147483658" r:id="rId12"/>
    <p:sldLayoutId id="2147483660" r:id="rId13"/>
    <p:sldLayoutId id="2147483674" r:id="rId14"/>
    <p:sldLayoutId id="2147483680" r:id="rId15"/>
    <p:sldLayoutId id="2147483664" r:id="rId16"/>
    <p:sldLayoutId id="2147483671" r:id="rId17"/>
    <p:sldLayoutId id="2147483683" r:id="rId18"/>
    <p:sldLayoutId id="2147483649" r:id="rId19"/>
    <p:sldLayoutId id="2147483681" r:id="rId20"/>
    <p:sldLayoutId id="2147483685" r:id="rId21"/>
    <p:sldLayoutId id="2147483650" r:id="rId22"/>
    <p:sldLayoutId id="2147483676" r:id="rId23"/>
    <p:sldLayoutId id="2147483668" r:id="rId24"/>
    <p:sldLayoutId id="2147483665" r:id="rId25"/>
    <p:sldLayoutId id="2147483666" r:id="rId26"/>
    <p:sldLayoutId id="2147483686" r:id="rId27"/>
  </p:sldLayoutIdLst>
  <p:hf hdr="0" dt="0"/>
  <p:txStyles>
    <p:titleStyle>
      <a:lvl1pPr algn="l" defTabSz="914400" rtl="0" eaLnBrk="1" latinLnBrk="0" hangingPunct="1">
        <a:spcBef>
          <a:spcPct val="0"/>
        </a:spcBef>
        <a:buNone/>
        <a:defRPr sz="2600" b="1" kern="1200">
          <a:solidFill>
            <a:srgbClr val="000066"/>
          </a:solidFill>
          <a:latin typeface="+mn-lt"/>
          <a:ea typeface="+mj-ea"/>
          <a:cs typeface="Arial" panose="020B0604020202020204" pitchFamily="34" charset="0"/>
        </a:defRPr>
      </a:lvl1pPr>
    </p:titleStyle>
    <p:bodyStyle>
      <a:lvl1pPr marL="137160" indent="-137160" algn="l" defTabSz="914400" rtl="0" eaLnBrk="1" latinLnBrk="0" hangingPunct="1">
        <a:spcBef>
          <a:spcPts val="150"/>
        </a:spcBef>
        <a:buFont typeface="Arial" pitchFamily="34" charset="0"/>
        <a:buChar char="•"/>
        <a:defRPr sz="1000" kern="1200">
          <a:solidFill>
            <a:schemeClr val="tx1"/>
          </a:solidFill>
          <a:latin typeface="+mn-lt"/>
          <a:ea typeface="+mn-ea"/>
          <a:cs typeface="+mn-cs"/>
        </a:defRPr>
      </a:lvl1pPr>
      <a:lvl2pPr marL="274320" indent="-137160" algn="l" defTabSz="914400" rtl="0" eaLnBrk="1" latinLnBrk="0" hangingPunct="1">
        <a:spcBef>
          <a:spcPts val="150"/>
        </a:spcBef>
        <a:buFont typeface="Wingdings" panose="05000000000000000000" pitchFamily="2" charset="2"/>
        <a:buChar char="§"/>
        <a:defRPr sz="1000" kern="1200">
          <a:solidFill>
            <a:schemeClr val="tx1"/>
          </a:solidFill>
          <a:latin typeface="+mn-lt"/>
          <a:ea typeface="+mn-ea"/>
          <a:cs typeface="+mn-cs"/>
        </a:defRPr>
      </a:lvl2pPr>
      <a:lvl3pPr marL="411480" indent="-137160" algn="l" defTabSz="914400" rtl="0" eaLnBrk="1" latinLnBrk="0" hangingPunct="1">
        <a:spcBef>
          <a:spcPts val="150"/>
        </a:spcBef>
        <a:buSzPct val="75000"/>
        <a:buFont typeface="Courier New" panose="02070309020205020404" pitchFamily="49" charset="0"/>
        <a:buChar char="o"/>
        <a:defRPr sz="1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119730"/>
            <a:ext cx="8686800" cy="557929"/>
          </a:xfrm>
          <a:prstGeom prst="rect">
            <a:avLst/>
          </a:prstGeom>
        </p:spPr>
        <p:txBody>
          <a:bodyPr vert="horz" lIns="0" tIns="45720" rIns="91440" bIns="45720" rtlCol="0" anchor="ctr" anchorCtr="0">
            <a:noAutofit/>
          </a:bodyPr>
          <a:lstStyle/>
          <a:p>
            <a:r>
              <a:rPr lang="en-US"/>
              <a:t>Slide Title</a:t>
            </a:r>
          </a:p>
        </p:txBody>
      </p:sp>
      <p:sp>
        <p:nvSpPr>
          <p:cNvPr id="3" name="Text Placeholder 2"/>
          <p:cNvSpPr>
            <a:spLocks noGrp="1"/>
          </p:cNvSpPr>
          <p:nvPr>
            <p:ph type="body" idx="1"/>
          </p:nvPr>
        </p:nvSpPr>
        <p:spPr>
          <a:xfrm>
            <a:off x="228600" y="824042"/>
            <a:ext cx="8686800" cy="54243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4"/>
          </p:nvPr>
        </p:nvSpPr>
        <p:spPr>
          <a:xfrm>
            <a:off x="8534400" y="6400800"/>
            <a:ext cx="381000" cy="304800"/>
          </a:xfrm>
          <a:prstGeom prst="rect">
            <a:avLst/>
          </a:prstGeom>
        </p:spPr>
        <p:txBody>
          <a:bodyPr vert="horz" lIns="91440" tIns="45720" rIns="0" bIns="45720" rtlCol="0" anchor="ctr"/>
          <a:lstStyle>
            <a:lvl1pPr algn="r">
              <a:defRPr sz="1200">
                <a:solidFill>
                  <a:schemeClr val="tx1">
                    <a:tint val="75000"/>
                  </a:schemeClr>
                </a:solidFill>
              </a:defRPr>
            </a:lvl1pPr>
          </a:lstStyle>
          <a:p>
            <a:fld id="{7E3C215A-CA0B-463C-9D89-24248B22F3D6}" type="slidenum">
              <a:rPr lang="en-US" smtClean="0"/>
              <a:pPr/>
              <a:t>‹#›</a:t>
            </a:fld>
            <a:endParaRPr lang="en-US" dirty="0"/>
          </a:p>
        </p:txBody>
      </p:sp>
      <p:cxnSp>
        <p:nvCxnSpPr>
          <p:cNvPr id="7" name="Straight Connector 6"/>
          <p:cNvCxnSpPr/>
          <p:nvPr userDrawn="1"/>
        </p:nvCxnSpPr>
        <p:spPr>
          <a:xfrm>
            <a:off x="228600" y="762000"/>
            <a:ext cx="8686800" cy="0"/>
          </a:xfrm>
          <a:prstGeom prst="line">
            <a:avLst/>
          </a:prstGeom>
          <a:ln w="15875">
            <a:solidFill>
              <a:srgbClr val="000066"/>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cxnSpLocks/>
          </p:cNvCxnSpPr>
          <p:nvPr userDrawn="1"/>
        </p:nvCxnSpPr>
        <p:spPr>
          <a:xfrm>
            <a:off x="228600" y="6326730"/>
            <a:ext cx="8686800" cy="0"/>
          </a:xfrm>
          <a:prstGeom prst="line">
            <a:avLst/>
          </a:prstGeom>
          <a:ln w="15875">
            <a:solidFill>
              <a:srgbClr val="000066"/>
            </a:solidFill>
          </a:ln>
        </p:spPr>
        <p:style>
          <a:lnRef idx="1">
            <a:schemeClr val="accent1"/>
          </a:lnRef>
          <a:fillRef idx="0">
            <a:schemeClr val="accent1"/>
          </a:fillRef>
          <a:effectRef idx="0">
            <a:schemeClr val="accent1"/>
          </a:effectRef>
          <a:fontRef idx="minor">
            <a:schemeClr val="tx1"/>
          </a:fontRef>
        </p:style>
      </p:cxnSp>
      <p:grpSp>
        <p:nvGrpSpPr>
          <p:cNvPr id="4" name="Stamps [AL]" hidden="1"/>
          <p:cNvGrpSpPr/>
          <p:nvPr userDrawn="1"/>
        </p:nvGrpSpPr>
        <p:grpSpPr>
          <a:xfrm>
            <a:off x="76202" y="-2"/>
            <a:ext cx="8991598" cy="6858003"/>
            <a:chOff x="76201" y="-2"/>
            <a:chExt cx="8991598" cy="6858003"/>
          </a:xfrm>
        </p:grpSpPr>
        <p:sp>
          <p:nvSpPr>
            <p:cNvPr id="10" name="Stamp Left"/>
            <p:cNvSpPr txBox="1"/>
            <p:nvPr userDrawn="1">
              <p:custDataLst>
                <p:tags r:id="rId28"/>
              </p:custDataLst>
            </p:nvPr>
          </p:nvSpPr>
          <p:spPr>
            <a:xfrm rot="16200000">
              <a:off x="-3200400" y="3276599"/>
              <a:ext cx="6858001" cy="304799"/>
            </a:xfrm>
            <a:prstGeom prst="rect">
              <a:avLst/>
            </a:prstGeom>
            <a:noFill/>
          </p:spPr>
          <p:txBody>
            <a:bodyPr wrap="none" lIns="0" tIns="0" rIns="0" bIns="0" rtlCol="0" anchor="ctr" anchorCtr="0">
              <a:noAutofit/>
            </a:bodyPr>
            <a:lstStyle/>
            <a:p>
              <a:pPr algn="ctr"/>
              <a:r>
                <a:rPr lang="en-US" sz="1200" b="1" dirty="0">
                  <a:solidFill>
                    <a:srgbClr val="C00000">
                      <a:alpha val="50000"/>
                    </a:srgbClr>
                  </a:solidFill>
                  <a:latin typeface="Arial" panose="020B0604020202020204" pitchFamily="34" charset="0"/>
                  <a:cs typeface="Arial" panose="020B0604020202020204" pitchFamily="34" charset="0"/>
                </a:rPr>
                <a:t>[stamp]</a:t>
              </a:r>
            </a:p>
          </p:txBody>
        </p:sp>
        <p:sp>
          <p:nvSpPr>
            <p:cNvPr id="11" name="Stamp Right"/>
            <p:cNvSpPr txBox="1"/>
            <p:nvPr userDrawn="1">
              <p:custDataLst>
                <p:tags r:id="rId29"/>
              </p:custDataLst>
            </p:nvPr>
          </p:nvSpPr>
          <p:spPr>
            <a:xfrm rot="5400000">
              <a:off x="5486399" y="3276601"/>
              <a:ext cx="6858001" cy="304799"/>
            </a:xfrm>
            <a:prstGeom prst="rect">
              <a:avLst/>
            </a:prstGeom>
            <a:noFill/>
          </p:spPr>
          <p:txBody>
            <a:bodyPr wrap="none" lIns="0" tIns="0" rIns="0" bIns="0" rtlCol="0" anchor="ctr" anchorCtr="0">
              <a:noAutofit/>
            </a:bodyPr>
            <a:lstStyle/>
            <a:p>
              <a:pPr algn="ctr"/>
              <a:r>
                <a:rPr lang="en-US" sz="1200" b="1" dirty="0">
                  <a:solidFill>
                    <a:srgbClr val="C00000">
                      <a:alpha val="50000"/>
                    </a:srgbClr>
                  </a:solidFill>
                  <a:latin typeface="Arial" panose="020B0604020202020204" pitchFamily="34" charset="0"/>
                  <a:cs typeface="Arial" panose="020B0604020202020204" pitchFamily="34" charset="0"/>
                </a:rPr>
                <a:t>[stamp]</a:t>
              </a:r>
            </a:p>
          </p:txBody>
        </p:sp>
      </p:grpSp>
      <p:sp>
        <p:nvSpPr>
          <p:cNvPr id="5" name="File Path [AL]" hidden="1"/>
          <p:cNvSpPr txBox="1"/>
          <p:nvPr userDrawn="1"/>
        </p:nvSpPr>
        <p:spPr>
          <a:xfrm>
            <a:off x="457200" y="6553200"/>
            <a:ext cx="256480" cy="215444"/>
          </a:xfrm>
          <a:prstGeom prst="rect">
            <a:avLst/>
          </a:prstGeom>
          <a:noFill/>
        </p:spPr>
        <p:txBody>
          <a:bodyPr wrap="none" lIns="0" rIns="0" rtlCol="0">
            <a:spAutoFit/>
          </a:bodyPr>
          <a:lstStyle/>
          <a:p>
            <a:r>
              <a:rPr lang="en-US" sz="800" dirty="0">
                <a:solidFill>
                  <a:schemeClr val="bg1">
                    <a:lumMod val="75000"/>
                  </a:schemeClr>
                </a:solidFill>
              </a:rPr>
              <a:t>[path]</a:t>
            </a:r>
          </a:p>
        </p:txBody>
      </p:sp>
      <p:sp>
        <p:nvSpPr>
          <p:cNvPr id="12" name="Sticky [SS]" hidden="1"/>
          <p:cNvSpPr txBox="1"/>
          <p:nvPr userDrawn="1"/>
        </p:nvSpPr>
        <p:spPr>
          <a:xfrm>
            <a:off x="7353300" y="2"/>
            <a:ext cx="1790700" cy="1016979"/>
          </a:xfrm>
          <a:prstGeom prst="rect">
            <a:avLst/>
          </a:prstGeom>
          <a:solidFill>
            <a:srgbClr val="CC0000"/>
          </a:solidFill>
        </p:spPr>
        <p:txBody>
          <a:bodyPr wrap="square" rtlCol="0" anchor="ctr" anchorCtr="0">
            <a:noAutofit/>
          </a:bodyPr>
          <a:lstStyle/>
          <a:p>
            <a:pPr algn="ctr"/>
            <a:endParaRPr lang="en-US" sz="1800" b="1" dirty="0">
              <a:solidFill>
                <a:srgbClr val="FFFFFF"/>
              </a:solidFill>
            </a:endParaRPr>
          </a:p>
        </p:txBody>
      </p:sp>
      <p:pic>
        <p:nvPicPr>
          <p:cNvPr id="13" name="Picture 12">
            <a:extLst>
              <a:ext uri="{FF2B5EF4-FFF2-40B4-BE49-F238E27FC236}">
                <a16:creationId xmlns:a16="http://schemas.microsoft.com/office/drawing/2014/main" id="{59A90727-1FD4-0017-A1B9-3DC7231AD429}"/>
              </a:ext>
            </a:extLst>
          </p:cNvPr>
          <p:cNvPicPr>
            <a:picLocks noChangeAspect="1"/>
          </p:cNvPicPr>
          <p:nvPr userDrawn="1"/>
        </p:nvPicPr>
        <p:blipFill>
          <a:blip r:embed="rId30"/>
          <a:stretch>
            <a:fillRect/>
          </a:stretch>
        </p:blipFill>
        <p:spPr>
          <a:xfrm>
            <a:off x="228601" y="6402932"/>
            <a:ext cx="2175507" cy="300541"/>
          </a:xfrm>
          <a:prstGeom prst="rect">
            <a:avLst/>
          </a:prstGeom>
        </p:spPr>
      </p:pic>
    </p:spTree>
    <p:extLst>
      <p:ext uri="{BB962C8B-B14F-4D97-AF65-F5344CB8AC3E}">
        <p14:creationId xmlns:p14="http://schemas.microsoft.com/office/powerpoint/2010/main" val="3919833293"/>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 id="2147483709" r:id="rId20"/>
    <p:sldLayoutId id="2147483710" r:id="rId21"/>
    <p:sldLayoutId id="2147483711" r:id="rId22"/>
    <p:sldLayoutId id="2147483712" r:id="rId23"/>
    <p:sldLayoutId id="2147483713" r:id="rId24"/>
    <p:sldLayoutId id="2147483714" r:id="rId25"/>
    <p:sldLayoutId id="2147483715" r:id="rId26"/>
  </p:sldLayoutIdLst>
  <p:hf hdr="0" dt="0"/>
  <p:txStyles>
    <p:titleStyle>
      <a:lvl1pPr algn="l" defTabSz="914400" rtl="0" eaLnBrk="1" latinLnBrk="0" hangingPunct="1">
        <a:spcBef>
          <a:spcPct val="0"/>
        </a:spcBef>
        <a:buNone/>
        <a:defRPr sz="2600" b="1" kern="1200">
          <a:solidFill>
            <a:srgbClr val="000066"/>
          </a:solidFill>
          <a:latin typeface="+mn-lt"/>
          <a:ea typeface="+mj-ea"/>
          <a:cs typeface="Arial" panose="020B0604020202020204" pitchFamily="34" charset="0"/>
        </a:defRPr>
      </a:lvl1pPr>
    </p:titleStyle>
    <p:bodyStyle>
      <a:lvl1pPr marL="137160" indent="-137160" algn="l" defTabSz="914400" rtl="0" eaLnBrk="1" latinLnBrk="0" hangingPunct="1">
        <a:spcBef>
          <a:spcPts val="150"/>
        </a:spcBef>
        <a:buFont typeface="Arial" pitchFamily="34" charset="0"/>
        <a:buChar char="•"/>
        <a:defRPr sz="1000" kern="1200">
          <a:solidFill>
            <a:schemeClr val="tx1"/>
          </a:solidFill>
          <a:latin typeface="+mn-lt"/>
          <a:ea typeface="+mn-ea"/>
          <a:cs typeface="+mn-cs"/>
        </a:defRPr>
      </a:lvl1pPr>
      <a:lvl2pPr marL="274320" indent="-137160" algn="l" defTabSz="914400" rtl="0" eaLnBrk="1" latinLnBrk="0" hangingPunct="1">
        <a:spcBef>
          <a:spcPts val="150"/>
        </a:spcBef>
        <a:buFont typeface="Wingdings" panose="05000000000000000000" pitchFamily="2" charset="2"/>
        <a:buChar char="§"/>
        <a:defRPr sz="1000" kern="1200">
          <a:solidFill>
            <a:schemeClr val="tx1"/>
          </a:solidFill>
          <a:latin typeface="+mn-lt"/>
          <a:ea typeface="+mn-ea"/>
          <a:cs typeface="+mn-cs"/>
        </a:defRPr>
      </a:lvl2pPr>
      <a:lvl3pPr marL="411480" indent="-137160" algn="l" defTabSz="914400" rtl="0" eaLnBrk="1" latinLnBrk="0" hangingPunct="1">
        <a:spcBef>
          <a:spcPts val="150"/>
        </a:spcBef>
        <a:buSzPct val="75000"/>
        <a:buFont typeface="Courier New" panose="02070309020205020404" pitchFamily="49" charset="0"/>
        <a:buChar char="o"/>
        <a:defRPr sz="1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bwMode="auto">
          <a:xfrm>
            <a:off x="457200" y="914400"/>
            <a:ext cx="3200400" cy="152400"/>
          </a:xfrm>
          <a:prstGeom prst="rect">
            <a:avLst/>
          </a:prstGeom>
          <a:solidFill>
            <a:schemeClr val="bg1">
              <a:lumMod val="6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cs typeface="Arial" charset="0"/>
            </a:endParaRPr>
          </a:p>
        </p:txBody>
      </p:sp>
      <p:sp>
        <p:nvSpPr>
          <p:cNvPr id="1026" name="Rectangle 2"/>
          <p:cNvSpPr>
            <a:spLocks noGrp="1" noChangeArrowheads="1"/>
          </p:cNvSpPr>
          <p:nvPr>
            <p:ph type="title"/>
          </p:nvPr>
        </p:nvSpPr>
        <p:spPr bwMode="auto">
          <a:xfrm>
            <a:off x="457200" y="274638"/>
            <a:ext cx="8229600" cy="639762"/>
          </a:xfrm>
          <a:prstGeom prst="rect">
            <a:avLst/>
          </a:prstGeom>
          <a:solidFill>
            <a:srgbClr val="000066"/>
          </a:solid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219200"/>
            <a:ext cx="8229600" cy="4906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7287" name="Line 7"/>
          <p:cNvSpPr>
            <a:spLocks noChangeShapeType="1"/>
          </p:cNvSpPr>
          <p:nvPr userDrawn="1"/>
        </p:nvSpPr>
        <p:spPr bwMode="auto">
          <a:xfrm flipV="1">
            <a:off x="457200" y="6328366"/>
            <a:ext cx="8236721" cy="1"/>
          </a:xfrm>
          <a:prstGeom prst="line">
            <a:avLst/>
          </a:prstGeom>
          <a:noFill/>
          <a:ln w="28575">
            <a:solidFill>
              <a:schemeClr val="bg1">
                <a:lumMod val="65000"/>
              </a:schemeClr>
            </a:solidFill>
            <a:round/>
            <a:headEnd/>
            <a:tailEnd/>
          </a:ln>
          <a:effectLst/>
        </p:spPr>
        <p:txBody>
          <a:bodyPr/>
          <a:lstStyle/>
          <a:p>
            <a:pPr>
              <a:defRPr/>
            </a:pPr>
            <a:endParaRPr lang="en-US" dirty="0">
              <a:latin typeface="Arial" charset="0"/>
              <a:cs typeface="Arial" charset="0"/>
            </a:endParaRPr>
          </a:p>
        </p:txBody>
      </p:sp>
      <p:pic>
        <p:nvPicPr>
          <p:cNvPr id="8" name="Picture 7"/>
          <p:cNvPicPr>
            <a:picLocks noChangeAspect="1"/>
          </p:cNvPicPr>
          <p:nvPr userDrawn="1"/>
        </p:nvPicPr>
        <p:blipFill>
          <a:blip r:embed="rId10"/>
          <a:stretch>
            <a:fillRect/>
          </a:stretch>
        </p:blipFill>
        <p:spPr>
          <a:xfrm>
            <a:off x="5798321" y="6381779"/>
            <a:ext cx="2895600" cy="400021"/>
          </a:xfrm>
          <a:prstGeom prst="rect">
            <a:avLst/>
          </a:prstGeom>
        </p:spPr>
      </p:pic>
      <p:sp>
        <p:nvSpPr>
          <p:cNvPr id="9" name="TextBox 8">
            <a:extLst>
              <a:ext uri="{FF2B5EF4-FFF2-40B4-BE49-F238E27FC236}">
                <a16:creationId xmlns:a16="http://schemas.microsoft.com/office/drawing/2014/main" id="{00D61DEB-7E91-40DA-9C57-923F5C6C3806}"/>
              </a:ext>
            </a:extLst>
          </p:cNvPr>
          <p:cNvSpPr txBox="1"/>
          <p:nvPr userDrawn="1"/>
        </p:nvSpPr>
        <p:spPr>
          <a:xfrm>
            <a:off x="4267200" y="6421438"/>
            <a:ext cx="609600" cy="307777"/>
          </a:xfrm>
          <a:prstGeom prst="rect">
            <a:avLst/>
          </a:prstGeom>
          <a:noFill/>
        </p:spPr>
        <p:txBody>
          <a:bodyPr wrap="square" rtlCol="0">
            <a:spAutoFit/>
          </a:bodyPr>
          <a:lstStyle/>
          <a:p>
            <a:pPr algn="ctr"/>
            <a:fld id="{9B324488-2112-46EA-A0CC-8B4914869422}" type="slidenum">
              <a:rPr lang="en-US" sz="1400" smtClean="0">
                <a:latin typeface="+mj-lt"/>
              </a:rPr>
              <a:pPr algn="ctr"/>
              <a:t>‹#›</a:t>
            </a:fld>
            <a:endParaRPr lang="en-US" sz="1400" dirty="0">
              <a:latin typeface="+mj-lt"/>
            </a:endParaRPr>
          </a:p>
        </p:txBody>
      </p:sp>
    </p:spTree>
    <p:extLst>
      <p:ext uri="{BB962C8B-B14F-4D97-AF65-F5344CB8AC3E}">
        <p14:creationId xmlns:p14="http://schemas.microsoft.com/office/powerpoint/2010/main" val="3663780965"/>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Lst>
  <p:txStyles>
    <p:title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tx2"/>
          </a:solidFill>
          <a:latin typeface="Times New Roman" pitchFamily="18" charset="0"/>
          <a:cs typeface="Times New Roman" pitchFamily="18" charset="0"/>
        </a:defRPr>
      </a:lvl2pPr>
      <a:lvl3pPr algn="l" rtl="0" eaLnBrk="0" fontAlgn="base" hangingPunct="0">
        <a:spcBef>
          <a:spcPct val="0"/>
        </a:spcBef>
        <a:spcAft>
          <a:spcPct val="0"/>
        </a:spcAft>
        <a:defRPr sz="3600">
          <a:solidFill>
            <a:schemeClr val="tx2"/>
          </a:solidFill>
          <a:latin typeface="Times New Roman" pitchFamily="18" charset="0"/>
          <a:cs typeface="Times New Roman" pitchFamily="18" charset="0"/>
        </a:defRPr>
      </a:lvl3pPr>
      <a:lvl4pPr algn="l" rtl="0" eaLnBrk="0" fontAlgn="base" hangingPunct="0">
        <a:spcBef>
          <a:spcPct val="0"/>
        </a:spcBef>
        <a:spcAft>
          <a:spcPct val="0"/>
        </a:spcAft>
        <a:defRPr sz="3600">
          <a:solidFill>
            <a:schemeClr val="tx2"/>
          </a:solidFill>
          <a:latin typeface="Times New Roman" pitchFamily="18" charset="0"/>
          <a:cs typeface="Times New Roman" pitchFamily="18" charset="0"/>
        </a:defRPr>
      </a:lvl4pPr>
      <a:lvl5pPr algn="l" rtl="0" eaLnBrk="0" fontAlgn="base" hangingPunct="0">
        <a:spcBef>
          <a:spcPct val="0"/>
        </a:spcBef>
        <a:spcAft>
          <a:spcPct val="0"/>
        </a:spcAft>
        <a:defRPr sz="3600">
          <a:solidFill>
            <a:schemeClr val="tx2"/>
          </a:solidFill>
          <a:latin typeface="Times New Roman" pitchFamily="18" charset="0"/>
          <a:cs typeface="Times New Roman" pitchFamily="18" charset="0"/>
        </a:defRPr>
      </a:lvl5pPr>
      <a:lvl6pPr marL="457200" algn="l" rtl="0" fontAlgn="base">
        <a:spcBef>
          <a:spcPct val="0"/>
        </a:spcBef>
        <a:spcAft>
          <a:spcPct val="0"/>
        </a:spcAft>
        <a:defRPr sz="3600">
          <a:solidFill>
            <a:schemeClr val="tx2"/>
          </a:solidFill>
          <a:latin typeface="Times New Roman" pitchFamily="18" charset="0"/>
          <a:cs typeface="Times New Roman" pitchFamily="18" charset="0"/>
        </a:defRPr>
      </a:lvl6pPr>
      <a:lvl7pPr marL="914400" algn="l" rtl="0" fontAlgn="base">
        <a:spcBef>
          <a:spcPct val="0"/>
        </a:spcBef>
        <a:spcAft>
          <a:spcPct val="0"/>
        </a:spcAft>
        <a:defRPr sz="3600">
          <a:solidFill>
            <a:schemeClr val="tx2"/>
          </a:solidFill>
          <a:latin typeface="Times New Roman" pitchFamily="18" charset="0"/>
          <a:cs typeface="Times New Roman" pitchFamily="18" charset="0"/>
        </a:defRPr>
      </a:lvl7pPr>
      <a:lvl8pPr marL="1371600" algn="l" rtl="0" fontAlgn="base">
        <a:spcBef>
          <a:spcPct val="0"/>
        </a:spcBef>
        <a:spcAft>
          <a:spcPct val="0"/>
        </a:spcAft>
        <a:defRPr sz="3600">
          <a:solidFill>
            <a:schemeClr val="tx2"/>
          </a:solidFill>
          <a:latin typeface="Times New Roman" pitchFamily="18" charset="0"/>
          <a:cs typeface="Times New Roman" pitchFamily="18" charset="0"/>
        </a:defRPr>
      </a:lvl8pPr>
      <a:lvl9pPr marL="1828800" algn="l" rtl="0" fontAlgn="base">
        <a:spcBef>
          <a:spcPct val="0"/>
        </a:spcBef>
        <a:spcAft>
          <a:spcPct val="0"/>
        </a:spcAft>
        <a:defRPr sz="3600">
          <a:solidFill>
            <a:schemeClr val="tx2"/>
          </a:solidFill>
          <a:latin typeface="Times New Roman" pitchFamily="18" charset="0"/>
          <a:cs typeface="Times New Roman" pitchFamily="18" charset="0"/>
        </a:defRPr>
      </a:lvl9pPr>
    </p:titleStyle>
    <p:bodyStyle>
      <a:lvl1pPr marL="342900" indent="-342900" algn="l" rtl="0" eaLnBrk="0" fontAlgn="base" hangingPunct="0">
        <a:lnSpc>
          <a:spcPct val="150000"/>
        </a:lnSpc>
        <a:spcBef>
          <a:spcPct val="20000"/>
        </a:spcBef>
        <a:spcAft>
          <a:spcPct val="0"/>
        </a:spcAft>
        <a:buChar char="•"/>
        <a:defRPr>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a:solidFill>
            <a:schemeClr val="tx1"/>
          </a:solidFill>
          <a:latin typeface="+mn-lt"/>
          <a:cs typeface="+mn-cs"/>
        </a:defRPr>
      </a:lvl2pPr>
      <a:lvl3pPr marL="1143000" indent="-228600" algn="l" rtl="0" eaLnBrk="0" fontAlgn="base" hangingPunct="0">
        <a:lnSpc>
          <a:spcPct val="150000"/>
        </a:lnSpc>
        <a:spcBef>
          <a:spcPct val="20000"/>
        </a:spcBef>
        <a:spcAft>
          <a:spcPct val="0"/>
        </a:spcAft>
        <a:buChar char="•"/>
        <a:defRPr>
          <a:solidFill>
            <a:schemeClr val="tx1"/>
          </a:solidFill>
          <a:latin typeface="+mn-lt"/>
          <a:cs typeface="+mn-cs"/>
        </a:defRPr>
      </a:lvl3pPr>
      <a:lvl4pPr marL="1600200" indent="-228600" algn="l" rtl="0" eaLnBrk="0" fontAlgn="base" hangingPunct="0">
        <a:lnSpc>
          <a:spcPct val="150000"/>
        </a:lnSpc>
        <a:spcBef>
          <a:spcPct val="20000"/>
        </a:spcBef>
        <a:spcAft>
          <a:spcPct val="0"/>
        </a:spcAft>
        <a:buChar char="–"/>
        <a:defRPr>
          <a:solidFill>
            <a:schemeClr val="tx1"/>
          </a:solidFill>
          <a:latin typeface="+mn-lt"/>
          <a:cs typeface="+mn-cs"/>
        </a:defRPr>
      </a:lvl4pPr>
      <a:lvl5pPr marL="2057400" indent="-228600" algn="l" rtl="0" eaLnBrk="0" fontAlgn="base" hangingPunct="0">
        <a:lnSpc>
          <a:spcPct val="150000"/>
        </a:lnSpc>
        <a:spcBef>
          <a:spcPct val="20000"/>
        </a:spcBef>
        <a:spcAft>
          <a:spcPct val="0"/>
        </a:spcAft>
        <a:buChar char="»"/>
        <a:defRPr>
          <a:solidFill>
            <a:schemeClr val="tx1"/>
          </a:solidFill>
          <a:latin typeface="+mn-lt"/>
          <a:cs typeface="+mn-cs"/>
        </a:defRPr>
      </a:lvl5pPr>
      <a:lvl6pPr marL="2514600" indent="-228600" algn="l" rtl="0" fontAlgn="base">
        <a:lnSpc>
          <a:spcPct val="150000"/>
        </a:lnSpc>
        <a:spcBef>
          <a:spcPct val="20000"/>
        </a:spcBef>
        <a:spcAft>
          <a:spcPct val="0"/>
        </a:spcAft>
        <a:buChar char="»"/>
        <a:defRPr>
          <a:solidFill>
            <a:schemeClr val="tx1"/>
          </a:solidFill>
          <a:latin typeface="+mn-lt"/>
          <a:cs typeface="+mn-cs"/>
        </a:defRPr>
      </a:lvl6pPr>
      <a:lvl7pPr marL="2971800" indent="-228600" algn="l" rtl="0" fontAlgn="base">
        <a:lnSpc>
          <a:spcPct val="150000"/>
        </a:lnSpc>
        <a:spcBef>
          <a:spcPct val="20000"/>
        </a:spcBef>
        <a:spcAft>
          <a:spcPct val="0"/>
        </a:spcAft>
        <a:buChar char="»"/>
        <a:defRPr>
          <a:solidFill>
            <a:schemeClr val="tx1"/>
          </a:solidFill>
          <a:latin typeface="+mn-lt"/>
          <a:cs typeface="+mn-cs"/>
        </a:defRPr>
      </a:lvl7pPr>
      <a:lvl8pPr marL="3429000" indent="-228600" algn="l" rtl="0" fontAlgn="base">
        <a:lnSpc>
          <a:spcPct val="150000"/>
        </a:lnSpc>
        <a:spcBef>
          <a:spcPct val="20000"/>
        </a:spcBef>
        <a:spcAft>
          <a:spcPct val="0"/>
        </a:spcAft>
        <a:buChar char="»"/>
        <a:defRPr>
          <a:solidFill>
            <a:schemeClr val="tx1"/>
          </a:solidFill>
          <a:latin typeface="+mn-lt"/>
          <a:cs typeface="+mn-cs"/>
        </a:defRPr>
      </a:lvl8pPr>
      <a:lvl9pPr marL="3886200" indent="-228600" algn="l" rtl="0" fontAlgn="base">
        <a:lnSpc>
          <a:spcPct val="150000"/>
        </a:lnSpc>
        <a:spcBef>
          <a:spcPct val="20000"/>
        </a:spcBef>
        <a:spcAft>
          <a:spcPct val="0"/>
        </a:spcAft>
        <a:buChar char="»"/>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7.xml"/><Relationship Id="rId5" Type="http://schemas.openxmlformats.org/officeDocument/2006/relationships/image" Target="../media/image1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8" Type="http://schemas.openxmlformats.org/officeDocument/2006/relationships/image" Target="../media/image18.jpeg"/><Relationship Id="rId13" Type="http://schemas.openxmlformats.org/officeDocument/2006/relationships/image" Target="../media/image22.jpeg"/><Relationship Id="rId3" Type="http://schemas.openxmlformats.org/officeDocument/2006/relationships/image" Target="../media/image15.jpeg"/><Relationship Id="rId7" Type="http://schemas.microsoft.com/office/2007/relationships/hdphoto" Target="../media/hdphoto2.wdp"/><Relationship Id="rId12" Type="http://schemas.openxmlformats.org/officeDocument/2006/relationships/image" Target="../media/image21.png"/><Relationship Id="rId17" Type="http://schemas.microsoft.com/office/2007/relationships/hdphoto" Target="../media/hdphoto5.wdp"/><Relationship Id="rId2" Type="http://schemas.openxmlformats.org/officeDocument/2006/relationships/image" Target="../media/image14.jpeg"/><Relationship Id="rId16"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20.png"/><Relationship Id="rId5" Type="http://schemas.microsoft.com/office/2007/relationships/hdphoto" Target="../media/hdphoto1.wdp"/><Relationship Id="rId15" Type="http://schemas.microsoft.com/office/2007/relationships/hdphoto" Target="../media/hdphoto4.wdp"/><Relationship Id="rId10" Type="http://schemas.microsoft.com/office/2007/relationships/hdphoto" Target="../media/hdphoto3.wdp"/><Relationship Id="rId4" Type="http://schemas.openxmlformats.org/officeDocument/2006/relationships/image" Target="../media/image16.png"/><Relationship Id="rId9" Type="http://schemas.openxmlformats.org/officeDocument/2006/relationships/image" Target="../media/image19.png"/><Relationship Id="rId14" Type="http://schemas.openxmlformats.org/officeDocument/2006/relationships/image" Target="../media/image23.png"/></Relationships>
</file>

<file path=ppt/slides/_rels/slide4.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18" Type="http://schemas.openxmlformats.org/officeDocument/2006/relationships/image" Target="../media/image40.png"/><Relationship Id="rId3" Type="http://schemas.openxmlformats.org/officeDocument/2006/relationships/image" Target="../media/image26.png"/><Relationship Id="rId21" Type="http://schemas.openxmlformats.org/officeDocument/2006/relationships/image" Target="../media/image8.png"/><Relationship Id="rId7" Type="http://schemas.openxmlformats.org/officeDocument/2006/relationships/image" Target="../media/image30.png"/><Relationship Id="rId12" Type="http://schemas.openxmlformats.org/officeDocument/2006/relationships/image" Target="../media/image35.png"/><Relationship Id="rId17" Type="http://schemas.openxmlformats.org/officeDocument/2006/relationships/image" Target="../media/image39.png"/><Relationship Id="rId2" Type="http://schemas.openxmlformats.org/officeDocument/2006/relationships/image" Target="../media/image25.emf"/><Relationship Id="rId16" Type="http://schemas.openxmlformats.org/officeDocument/2006/relationships/image" Target="../media/image38.png"/><Relationship Id="rId20" Type="http://schemas.openxmlformats.org/officeDocument/2006/relationships/image" Target="../media/image42.jpeg"/><Relationship Id="rId1" Type="http://schemas.openxmlformats.org/officeDocument/2006/relationships/slideLayout" Target="../slideLayouts/slideLayout1.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5" Type="http://schemas.openxmlformats.org/officeDocument/2006/relationships/image" Target="../media/image9.png"/><Relationship Id="rId23" Type="http://schemas.openxmlformats.org/officeDocument/2006/relationships/image" Target="../media/image11.png"/><Relationship Id="rId10" Type="http://schemas.openxmlformats.org/officeDocument/2006/relationships/image" Target="../media/image33.png"/><Relationship Id="rId19" Type="http://schemas.openxmlformats.org/officeDocument/2006/relationships/image" Target="../media/image41.jpeg"/><Relationship Id="rId4" Type="http://schemas.openxmlformats.org/officeDocument/2006/relationships/image" Target="../media/image27.jpeg"/><Relationship Id="rId9" Type="http://schemas.openxmlformats.org/officeDocument/2006/relationships/image" Target="../media/image32.png"/><Relationship Id="rId14" Type="http://schemas.openxmlformats.org/officeDocument/2006/relationships/image" Target="../media/image37.png"/><Relationship Id="rId22" Type="http://schemas.openxmlformats.org/officeDocument/2006/relationships/image" Target="../media/image4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DCDE8CE-0A3E-8B63-70F3-F365D55A154F}"/>
              </a:ext>
            </a:extLst>
          </p:cNvPr>
          <p:cNvSpPr>
            <a:spLocks noGrp="1"/>
          </p:cNvSpPr>
          <p:nvPr>
            <p:ph type="body" sz="quarter" idx="13"/>
          </p:nvPr>
        </p:nvSpPr>
        <p:spPr/>
        <p:txBody>
          <a:bodyPr/>
          <a:lstStyle/>
          <a:p>
            <a:r>
              <a:rPr lang="en-US"/>
              <a:t>DalFort Capital Partners</a:t>
            </a:r>
          </a:p>
        </p:txBody>
      </p:sp>
      <p:sp>
        <p:nvSpPr>
          <p:cNvPr id="7" name="Text Placeholder 6">
            <a:extLst>
              <a:ext uri="{FF2B5EF4-FFF2-40B4-BE49-F238E27FC236}">
                <a16:creationId xmlns:a16="http://schemas.microsoft.com/office/drawing/2014/main" id="{4D40916F-41F8-0F9D-50E0-DC759D2CD1C1}"/>
              </a:ext>
            </a:extLst>
          </p:cNvPr>
          <p:cNvSpPr>
            <a:spLocks noGrp="1"/>
          </p:cNvSpPr>
          <p:nvPr>
            <p:ph type="body" sz="quarter" idx="12"/>
          </p:nvPr>
        </p:nvSpPr>
        <p:spPr>
          <a:xfrm>
            <a:off x="-2875" y="4783455"/>
            <a:ext cx="9144000" cy="628650"/>
          </a:xfrm>
        </p:spPr>
        <p:txBody>
          <a:bodyPr>
            <a:normAutofit/>
          </a:bodyPr>
          <a:lstStyle/>
          <a:p>
            <a:r>
              <a:rPr lang="en-US"/>
              <a:t>Firm Overview</a:t>
            </a:r>
          </a:p>
          <a:p>
            <a:r>
              <a:rPr lang="en-US" sz="1500" i="1"/>
              <a:t>February 2026</a:t>
            </a:r>
          </a:p>
        </p:txBody>
      </p:sp>
      <p:cxnSp>
        <p:nvCxnSpPr>
          <p:cNvPr id="10" name="Straight Connector 9">
            <a:extLst>
              <a:ext uri="{FF2B5EF4-FFF2-40B4-BE49-F238E27FC236}">
                <a16:creationId xmlns:a16="http://schemas.microsoft.com/office/drawing/2014/main" id="{9976384F-CAFE-F1E0-AE0D-6B0B874424AD}"/>
              </a:ext>
            </a:extLst>
          </p:cNvPr>
          <p:cNvCxnSpPr/>
          <p:nvPr/>
        </p:nvCxnSpPr>
        <p:spPr>
          <a:xfrm>
            <a:off x="0" y="5357977"/>
            <a:ext cx="9144000"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11F8F976-AEFC-A448-3440-7E969CF47656}"/>
              </a:ext>
            </a:extLst>
          </p:cNvPr>
          <p:cNvPicPr>
            <a:picLocks noChangeAspect="1"/>
          </p:cNvPicPr>
          <p:nvPr/>
        </p:nvPicPr>
        <p:blipFill>
          <a:blip r:embed="rId2"/>
          <a:stretch>
            <a:fillRect/>
          </a:stretch>
        </p:blipFill>
        <p:spPr>
          <a:xfrm>
            <a:off x="7128019" y="5568844"/>
            <a:ext cx="1150160" cy="377396"/>
          </a:xfrm>
          <a:prstGeom prst="rect">
            <a:avLst/>
          </a:prstGeom>
        </p:spPr>
      </p:pic>
      <p:pic>
        <p:nvPicPr>
          <p:cNvPr id="8" name="Picture 7">
            <a:extLst>
              <a:ext uri="{FF2B5EF4-FFF2-40B4-BE49-F238E27FC236}">
                <a16:creationId xmlns:a16="http://schemas.microsoft.com/office/drawing/2014/main" id="{02D46C4A-9633-65F0-5199-BCBD0763071D}"/>
              </a:ext>
            </a:extLst>
          </p:cNvPr>
          <p:cNvPicPr>
            <a:picLocks noChangeAspect="1"/>
          </p:cNvPicPr>
          <p:nvPr/>
        </p:nvPicPr>
        <p:blipFill>
          <a:blip r:embed="rId3"/>
          <a:stretch>
            <a:fillRect/>
          </a:stretch>
        </p:blipFill>
        <p:spPr>
          <a:xfrm>
            <a:off x="595686" y="5585495"/>
            <a:ext cx="1396119" cy="336102"/>
          </a:xfrm>
          <a:prstGeom prst="rect">
            <a:avLst/>
          </a:prstGeom>
        </p:spPr>
      </p:pic>
      <p:pic>
        <p:nvPicPr>
          <p:cNvPr id="9" name="Picture 8">
            <a:extLst>
              <a:ext uri="{FF2B5EF4-FFF2-40B4-BE49-F238E27FC236}">
                <a16:creationId xmlns:a16="http://schemas.microsoft.com/office/drawing/2014/main" id="{69C1356B-C0AD-3015-9E9A-67F83DB7A39C}"/>
              </a:ext>
            </a:extLst>
          </p:cNvPr>
          <p:cNvPicPr>
            <a:picLocks noChangeAspect="1"/>
          </p:cNvPicPr>
          <p:nvPr/>
        </p:nvPicPr>
        <p:blipFill>
          <a:blip r:embed="rId4"/>
          <a:stretch>
            <a:fillRect/>
          </a:stretch>
        </p:blipFill>
        <p:spPr>
          <a:xfrm>
            <a:off x="5005176" y="5503512"/>
            <a:ext cx="1150160" cy="500069"/>
          </a:xfrm>
          <a:prstGeom prst="rect">
            <a:avLst/>
          </a:prstGeom>
        </p:spPr>
      </p:pic>
      <p:pic>
        <p:nvPicPr>
          <p:cNvPr id="3" name="Picture 2">
            <a:extLst>
              <a:ext uri="{FF2B5EF4-FFF2-40B4-BE49-F238E27FC236}">
                <a16:creationId xmlns:a16="http://schemas.microsoft.com/office/drawing/2014/main" id="{280B29E4-82C0-9A91-4CA5-378C18EC9FE4}"/>
              </a:ext>
            </a:extLst>
          </p:cNvPr>
          <p:cNvPicPr>
            <a:picLocks noChangeAspect="1"/>
          </p:cNvPicPr>
          <p:nvPr/>
        </p:nvPicPr>
        <p:blipFill>
          <a:blip r:embed="rId5"/>
          <a:stretch>
            <a:fillRect/>
          </a:stretch>
        </p:blipFill>
        <p:spPr>
          <a:xfrm>
            <a:off x="2964488" y="5434070"/>
            <a:ext cx="640080" cy="640080"/>
          </a:xfrm>
          <a:prstGeom prst="rect">
            <a:avLst/>
          </a:prstGeom>
        </p:spPr>
      </p:pic>
    </p:spTree>
    <p:extLst>
      <p:ext uri="{BB962C8B-B14F-4D97-AF65-F5344CB8AC3E}">
        <p14:creationId xmlns:p14="http://schemas.microsoft.com/office/powerpoint/2010/main" val="408132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7372796-D43A-4921-242A-68611BAE2AAE}"/>
              </a:ext>
            </a:extLst>
          </p:cNvPr>
          <p:cNvSpPr>
            <a:spLocks noGrp="1"/>
          </p:cNvSpPr>
          <p:nvPr>
            <p:ph type="title"/>
          </p:nvPr>
        </p:nvSpPr>
        <p:spPr>
          <a:xfrm>
            <a:off x="228600" y="119730"/>
            <a:ext cx="8686800" cy="557929"/>
          </a:xfrm>
        </p:spPr>
        <p:txBody>
          <a:bodyPr/>
          <a:lstStyle/>
          <a:p>
            <a:r>
              <a:rPr lang="en-US" dirty="0"/>
              <a:t>DalFort Capital Partners (“DalFort”) Overview</a:t>
            </a:r>
          </a:p>
        </p:txBody>
      </p:sp>
      <p:sp>
        <p:nvSpPr>
          <p:cNvPr id="4" name="Slide Number Placeholder 3">
            <a:extLst>
              <a:ext uri="{FF2B5EF4-FFF2-40B4-BE49-F238E27FC236}">
                <a16:creationId xmlns:a16="http://schemas.microsoft.com/office/drawing/2014/main" id="{2D0850F0-B513-18BE-291E-7B559DA37B2B}"/>
              </a:ext>
            </a:extLst>
          </p:cNvPr>
          <p:cNvSpPr txBox="1">
            <a:spLocks/>
          </p:cNvSpPr>
          <p:nvPr/>
        </p:nvSpPr>
        <p:spPr>
          <a:xfrm>
            <a:off x="8620125" y="6410325"/>
            <a:ext cx="381000" cy="3048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E3C215A-CA0B-463C-9D89-24248B22F3D6}" type="slidenum">
              <a:rPr lang="en-US" sz="1200" smtClean="0">
                <a:solidFill>
                  <a:schemeClr val="bg1">
                    <a:lumMod val="50000"/>
                  </a:schemeClr>
                </a:solidFill>
              </a:rPr>
              <a:pPr algn="r"/>
              <a:t>2</a:t>
            </a:fld>
            <a:endParaRPr lang="en-US" sz="1200" dirty="0">
              <a:solidFill>
                <a:schemeClr val="bg1">
                  <a:lumMod val="50000"/>
                </a:schemeClr>
              </a:solidFill>
            </a:endParaRPr>
          </a:p>
        </p:txBody>
      </p:sp>
      <p:sp>
        <p:nvSpPr>
          <p:cNvPr id="27" name="Title 4">
            <a:extLst>
              <a:ext uri="{FF2B5EF4-FFF2-40B4-BE49-F238E27FC236}">
                <a16:creationId xmlns:a16="http://schemas.microsoft.com/office/drawing/2014/main" id="{9BEE3AC4-83B0-21C8-C541-E29F26E312A2}"/>
              </a:ext>
            </a:extLst>
          </p:cNvPr>
          <p:cNvSpPr txBox="1">
            <a:spLocks/>
          </p:cNvSpPr>
          <p:nvPr/>
        </p:nvSpPr>
        <p:spPr>
          <a:xfrm>
            <a:off x="228599" y="5914762"/>
            <a:ext cx="8686802" cy="289314"/>
          </a:xfrm>
          <a:prstGeom prst="roundRect">
            <a:avLst/>
          </a:prstGeom>
          <a:solidFill>
            <a:schemeClr val="bg1">
              <a:lumMod val="95000"/>
            </a:schemeClr>
          </a:solidFill>
          <a:ln w="12700">
            <a:solidFill>
              <a:schemeClr val="tx1"/>
            </a:solidFill>
          </a:ln>
        </p:spPr>
        <p:txBody>
          <a:bodyPr vert="horz" lIns="0" tIns="45720" rIns="91440" bIns="45720" rtlCol="0" anchor="ctr" anchorCtr="0">
            <a:noAutofit/>
          </a:bodyPr>
          <a:lstStyle>
            <a:lvl1pPr algn="l" defTabSz="914400" rtl="0" eaLnBrk="1" latinLnBrk="0" hangingPunct="1">
              <a:spcBef>
                <a:spcPct val="0"/>
              </a:spcBef>
              <a:buNone/>
              <a:defRPr sz="2600" b="1" kern="1200">
                <a:solidFill>
                  <a:srgbClr val="000066"/>
                </a:solidFill>
                <a:latin typeface="+mn-lt"/>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i="0" u="none" strike="noStrike" kern="1200" cap="none" spc="0" normalizeH="0" baseline="0" noProof="0" dirty="0">
                <a:ln>
                  <a:noFill/>
                </a:ln>
                <a:effectLst/>
                <a:uLnTx/>
                <a:uFillTx/>
                <a:latin typeface="Calibri"/>
                <a:ea typeface="+mj-ea"/>
                <a:cs typeface="Arial" panose="020B0604020202020204" pitchFamily="34" charset="0"/>
              </a:rPr>
              <a:t>DalFort’s approach is collaborative rather than prescriptive, built around the specific needs of each business and its leadership team.</a:t>
            </a:r>
          </a:p>
        </p:txBody>
      </p:sp>
      <p:cxnSp>
        <p:nvCxnSpPr>
          <p:cNvPr id="18" name="Straight Connector 17">
            <a:extLst>
              <a:ext uri="{FF2B5EF4-FFF2-40B4-BE49-F238E27FC236}">
                <a16:creationId xmlns:a16="http://schemas.microsoft.com/office/drawing/2014/main" id="{14FF6F0A-D289-9991-A9F1-B4022F073998}"/>
              </a:ext>
            </a:extLst>
          </p:cNvPr>
          <p:cNvCxnSpPr>
            <a:cxnSpLocks/>
          </p:cNvCxnSpPr>
          <p:nvPr/>
        </p:nvCxnSpPr>
        <p:spPr>
          <a:xfrm>
            <a:off x="1380106" y="2653069"/>
            <a:ext cx="7535294" cy="0"/>
          </a:xfrm>
          <a:prstGeom prst="line">
            <a:avLst/>
          </a:prstGeom>
          <a:noFill/>
          <a:ln w="25400" cap="flat" cmpd="sng" algn="ctr">
            <a:solidFill>
              <a:srgbClr val="3081F2"/>
            </a:solidFill>
            <a:prstDash val="solid"/>
          </a:ln>
          <a:effectLst>
            <a:outerShdw blurRad="40000" dist="20000" dir="5400000" rotWithShape="0">
              <a:srgbClr val="000000">
                <a:alpha val="38000"/>
              </a:srgbClr>
            </a:outerShdw>
          </a:effectLst>
        </p:spPr>
      </p:cxnSp>
      <p:sp>
        <p:nvSpPr>
          <p:cNvPr id="19" name="TextBox 18">
            <a:extLst>
              <a:ext uri="{FF2B5EF4-FFF2-40B4-BE49-F238E27FC236}">
                <a16:creationId xmlns:a16="http://schemas.microsoft.com/office/drawing/2014/main" id="{62B7721A-B757-2043-B6B1-6D8A7953C7BF}"/>
              </a:ext>
            </a:extLst>
          </p:cNvPr>
          <p:cNvSpPr txBox="1"/>
          <p:nvPr/>
        </p:nvSpPr>
        <p:spPr>
          <a:xfrm>
            <a:off x="228600" y="2529959"/>
            <a:ext cx="3376409" cy="246221"/>
          </a:xfrm>
          <a:prstGeom prst="rect">
            <a:avLst/>
          </a:prstGeom>
          <a:solidFill>
            <a:sysClr val="window" lastClr="FFFFFF"/>
          </a:solid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3081F2"/>
                </a:solidFill>
                <a:effectLst/>
                <a:uLnTx/>
                <a:uFillTx/>
                <a:latin typeface="+mj-lt"/>
                <a:cs typeface="Times New Roman" panose="02020603050405020304" pitchFamily="18" charset="0"/>
              </a:rPr>
              <a:t>What We Look For and What We Bring</a:t>
            </a:r>
          </a:p>
        </p:txBody>
      </p:sp>
      <p:sp>
        <p:nvSpPr>
          <p:cNvPr id="30" name="TextBox 29">
            <a:extLst>
              <a:ext uri="{FF2B5EF4-FFF2-40B4-BE49-F238E27FC236}">
                <a16:creationId xmlns:a16="http://schemas.microsoft.com/office/drawing/2014/main" id="{1237E88D-9747-DA8F-3ADE-613EAC0692FE}"/>
              </a:ext>
            </a:extLst>
          </p:cNvPr>
          <p:cNvSpPr txBox="1"/>
          <p:nvPr/>
        </p:nvSpPr>
        <p:spPr>
          <a:xfrm>
            <a:off x="2024009" y="2763024"/>
            <a:ext cx="6891391" cy="1600438"/>
          </a:xfrm>
          <a:prstGeom prst="rect">
            <a:avLst/>
          </a:prstGeom>
          <a:noFill/>
        </p:spPr>
        <p:txBody>
          <a:bodyPr wrap="square" lIns="0" rIns="0">
            <a:spAutoFit/>
          </a:bodyPr>
          <a:lstStyle/>
          <a:p>
            <a:pPr marL="285750" indent="-285750" algn="just">
              <a:buFont typeface="Wingdings" panose="05000000000000000000" pitchFamily="2" charset="2"/>
              <a:buChar char="§"/>
            </a:pPr>
            <a:r>
              <a:rPr lang="en-US" sz="1400" dirty="0">
                <a:solidFill>
                  <a:prstClr val="black"/>
                </a:solidFill>
                <a:latin typeface="+mj-lt"/>
                <a:cs typeface="Times New Roman" panose="02020603050405020304" pitchFamily="18" charset="0"/>
              </a:rPr>
              <a:t>Businesses with strong core operations, differentiated products, and committed leadership</a:t>
            </a:r>
          </a:p>
          <a:p>
            <a:pPr marL="285750" indent="-285750" algn="just">
              <a:buFont typeface="Wingdings" panose="05000000000000000000" pitchFamily="2" charset="2"/>
              <a:buChar char="§"/>
            </a:pPr>
            <a:r>
              <a:rPr lang="en-US" sz="1400" dirty="0">
                <a:solidFill>
                  <a:prstClr val="black"/>
                </a:solidFill>
                <a:latin typeface="+mj-lt"/>
                <a:cs typeface="Times New Roman" panose="02020603050405020304" pitchFamily="18" charset="0"/>
              </a:rPr>
              <a:t>Fragmented end markets where scale, systems, and capability expansion create opportunity to build stronger, more competitive companies</a:t>
            </a:r>
          </a:p>
          <a:p>
            <a:pPr marL="285750" indent="-285750" algn="just">
              <a:buFont typeface="Wingdings" panose="05000000000000000000" pitchFamily="2" charset="2"/>
              <a:buChar char="§"/>
            </a:pPr>
            <a:r>
              <a:rPr lang="en-US" sz="1400" dirty="0">
                <a:solidFill>
                  <a:prstClr val="black"/>
                </a:solidFill>
                <a:latin typeface="+mj-lt"/>
                <a:cs typeface="Times New Roman" panose="02020603050405020304" pitchFamily="18" charset="0"/>
              </a:rPr>
              <a:t>Capital, experience, and resources to support organic growth and strategic add‑on acquisitions while assisting with post-close integration efforts</a:t>
            </a:r>
          </a:p>
          <a:p>
            <a:pPr marL="285750" indent="-285750" algn="just">
              <a:buFont typeface="Wingdings" panose="05000000000000000000" pitchFamily="2" charset="2"/>
              <a:buChar char="§"/>
            </a:pPr>
            <a:r>
              <a:rPr lang="en-US" sz="1400" dirty="0">
                <a:solidFill>
                  <a:prstClr val="black"/>
                </a:solidFill>
                <a:latin typeface="+mj-lt"/>
                <a:cs typeface="Times New Roman" panose="02020603050405020304" pitchFamily="18" charset="0"/>
              </a:rPr>
              <a:t>A repeatable approach to helping companies evolve from founder-led businesses into scaled platforms supported by improved leadership depth, systems, and org. structure</a:t>
            </a:r>
          </a:p>
        </p:txBody>
      </p:sp>
      <p:grpSp>
        <p:nvGrpSpPr>
          <p:cNvPr id="38" name="Graphic 7">
            <a:extLst>
              <a:ext uri="{FF2B5EF4-FFF2-40B4-BE49-F238E27FC236}">
                <a16:creationId xmlns:a16="http://schemas.microsoft.com/office/drawing/2014/main" id="{292F5AD5-EB61-4856-6808-268AE28EB41C}"/>
              </a:ext>
            </a:extLst>
          </p:cNvPr>
          <p:cNvGrpSpPr/>
          <p:nvPr/>
        </p:nvGrpSpPr>
        <p:grpSpPr>
          <a:xfrm>
            <a:off x="576571" y="3002325"/>
            <a:ext cx="921641" cy="921730"/>
            <a:chOff x="4316120" y="6171723"/>
            <a:chExt cx="572299" cy="572356"/>
          </a:xfrm>
          <a:solidFill>
            <a:schemeClr val="accent1"/>
          </a:solidFill>
        </p:grpSpPr>
        <p:grpSp>
          <p:nvGrpSpPr>
            <p:cNvPr id="41" name="Graphic 7">
              <a:extLst>
                <a:ext uri="{FF2B5EF4-FFF2-40B4-BE49-F238E27FC236}">
                  <a16:creationId xmlns:a16="http://schemas.microsoft.com/office/drawing/2014/main" id="{F0E80B2C-59C8-56C1-1BC9-AA8B517D940D}"/>
                </a:ext>
              </a:extLst>
            </p:cNvPr>
            <p:cNvGrpSpPr/>
            <p:nvPr/>
          </p:nvGrpSpPr>
          <p:grpSpPr>
            <a:xfrm>
              <a:off x="4316120" y="6174540"/>
              <a:ext cx="569502" cy="569540"/>
              <a:chOff x="4316120" y="6174540"/>
              <a:chExt cx="569502" cy="569540"/>
            </a:xfrm>
            <a:grpFill/>
          </p:grpSpPr>
          <p:grpSp>
            <p:nvGrpSpPr>
              <p:cNvPr id="52" name="Graphic 7">
                <a:extLst>
                  <a:ext uri="{FF2B5EF4-FFF2-40B4-BE49-F238E27FC236}">
                    <a16:creationId xmlns:a16="http://schemas.microsoft.com/office/drawing/2014/main" id="{B12549F2-71F4-81AE-1652-A40EA82C4473}"/>
                  </a:ext>
                </a:extLst>
              </p:cNvPr>
              <p:cNvGrpSpPr/>
              <p:nvPr/>
            </p:nvGrpSpPr>
            <p:grpSpPr>
              <a:xfrm>
                <a:off x="4623376" y="6454777"/>
                <a:ext cx="262246" cy="289303"/>
                <a:chOff x="4623376" y="6454777"/>
                <a:chExt cx="262246" cy="289303"/>
              </a:xfrm>
              <a:grpFill/>
            </p:grpSpPr>
            <p:sp>
              <p:nvSpPr>
                <p:cNvPr id="65" name="Freeform: Shape 64">
                  <a:extLst>
                    <a:ext uri="{FF2B5EF4-FFF2-40B4-BE49-F238E27FC236}">
                      <a16:creationId xmlns:a16="http://schemas.microsoft.com/office/drawing/2014/main" id="{F5E144FD-C32E-51C1-DA39-D42C36CDD923}"/>
                    </a:ext>
                  </a:extLst>
                </p:cNvPr>
                <p:cNvSpPr/>
                <p:nvPr/>
              </p:nvSpPr>
              <p:spPr>
                <a:xfrm>
                  <a:off x="4667535" y="6525958"/>
                  <a:ext cx="218088" cy="218122"/>
                </a:xfrm>
                <a:custGeom>
                  <a:avLst/>
                  <a:gdLst>
                    <a:gd name="connsiteX0" fmla="*/ 109061 w 218088"/>
                    <a:gd name="connsiteY0" fmla="*/ 218122 h 218122"/>
                    <a:gd name="connsiteX1" fmla="*/ 31909 w 218088"/>
                    <a:gd name="connsiteY1" fmla="*/ 186118 h 218122"/>
                    <a:gd name="connsiteX2" fmla="*/ 31813 w 218088"/>
                    <a:gd name="connsiteY2" fmla="*/ 31909 h 218122"/>
                    <a:gd name="connsiteX3" fmla="*/ 108966 w 218088"/>
                    <a:gd name="connsiteY3" fmla="*/ 0 h 218122"/>
                    <a:gd name="connsiteX4" fmla="*/ 186119 w 218088"/>
                    <a:gd name="connsiteY4" fmla="*/ 31909 h 218122"/>
                    <a:gd name="connsiteX5" fmla="*/ 209931 w 218088"/>
                    <a:gd name="connsiteY5" fmla="*/ 150209 h 218122"/>
                    <a:gd name="connsiteX6" fmla="*/ 205835 w 218088"/>
                    <a:gd name="connsiteY6" fmla="*/ 160211 h 218122"/>
                    <a:gd name="connsiteX7" fmla="*/ 150114 w 218088"/>
                    <a:gd name="connsiteY7" fmla="*/ 104489 h 218122"/>
                    <a:gd name="connsiteX8" fmla="*/ 123539 w 218088"/>
                    <a:gd name="connsiteY8" fmla="*/ 104584 h 218122"/>
                    <a:gd name="connsiteX9" fmla="*/ 104489 w 218088"/>
                    <a:gd name="connsiteY9" fmla="*/ 123634 h 218122"/>
                    <a:gd name="connsiteX10" fmla="*/ 98965 w 218088"/>
                    <a:gd name="connsiteY10" fmla="*/ 136970 h 218122"/>
                    <a:gd name="connsiteX11" fmla="*/ 104489 w 218088"/>
                    <a:gd name="connsiteY11" fmla="*/ 150209 h 218122"/>
                    <a:gd name="connsiteX12" fmla="*/ 160211 w 218088"/>
                    <a:gd name="connsiteY12" fmla="*/ 205930 h 218122"/>
                    <a:gd name="connsiteX13" fmla="*/ 150209 w 218088"/>
                    <a:gd name="connsiteY13" fmla="*/ 210026 h 218122"/>
                    <a:gd name="connsiteX14" fmla="*/ 109061 w 218088"/>
                    <a:gd name="connsiteY14" fmla="*/ 218122 h 218122"/>
                    <a:gd name="connsiteX15" fmla="*/ 108966 w 218088"/>
                    <a:gd name="connsiteY15" fmla="*/ 14288 h 218122"/>
                    <a:gd name="connsiteX16" fmla="*/ 41910 w 218088"/>
                    <a:gd name="connsiteY16" fmla="*/ 42005 h 218122"/>
                    <a:gd name="connsiteX17" fmla="*/ 42005 w 218088"/>
                    <a:gd name="connsiteY17" fmla="*/ 175926 h 218122"/>
                    <a:gd name="connsiteX18" fmla="*/ 134398 w 218088"/>
                    <a:gd name="connsiteY18" fmla="*/ 200310 h 218122"/>
                    <a:gd name="connsiteX19" fmla="*/ 94297 w 218088"/>
                    <a:gd name="connsiteY19" fmla="*/ 160211 h 218122"/>
                    <a:gd name="connsiteX20" fmla="*/ 84677 w 218088"/>
                    <a:gd name="connsiteY20" fmla="*/ 136779 h 218122"/>
                    <a:gd name="connsiteX21" fmla="*/ 94393 w 218088"/>
                    <a:gd name="connsiteY21" fmla="*/ 113347 h 218122"/>
                    <a:gd name="connsiteX22" fmla="*/ 113443 w 218088"/>
                    <a:gd name="connsiteY22" fmla="*/ 94297 h 218122"/>
                    <a:gd name="connsiteX23" fmla="*/ 160211 w 218088"/>
                    <a:gd name="connsiteY23" fmla="*/ 94202 h 218122"/>
                    <a:gd name="connsiteX24" fmla="*/ 200215 w 218088"/>
                    <a:gd name="connsiteY24" fmla="*/ 134207 h 218122"/>
                    <a:gd name="connsiteX25" fmla="*/ 175927 w 218088"/>
                    <a:gd name="connsiteY25" fmla="*/ 41910 h 218122"/>
                    <a:gd name="connsiteX26" fmla="*/ 108966 w 218088"/>
                    <a:gd name="connsiteY26" fmla="*/ 14288 h 218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18088" h="218122">
                      <a:moveTo>
                        <a:pt x="109061" y="218122"/>
                      </a:moveTo>
                      <a:cubicBezTo>
                        <a:pt x="80677" y="218122"/>
                        <a:pt x="52864" y="206978"/>
                        <a:pt x="31909" y="186118"/>
                      </a:cubicBezTo>
                      <a:cubicBezTo>
                        <a:pt x="-10573" y="143637"/>
                        <a:pt x="-10668" y="74390"/>
                        <a:pt x="31813" y="31909"/>
                      </a:cubicBezTo>
                      <a:cubicBezTo>
                        <a:pt x="52388" y="11335"/>
                        <a:pt x="79820" y="0"/>
                        <a:pt x="108966" y="0"/>
                      </a:cubicBezTo>
                      <a:cubicBezTo>
                        <a:pt x="138113" y="0"/>
                        <a:pt x="165449" y="11335"/>
                        <a:pt x="186119" y="31909"/>
                      </a:cubicBezTo>
                      <a:cubicBezTo>
                        <a:pt x="217265" y="62960"/>
                        <a:pt x="226600" y="109442"/>
                        <a:pt x="209931" y="150209"/>
                      </a:cubicBezTo>
                      <a:lnTo>
                        <a:pt x="205835" y="160211"/>
                      </a:lnTo>
                      <a:lnTo>
                        <a:pt x="150114" y="104489"/>
                      </a:lnTo>
                      <a:cubicBezTo>
                        <a:pt x="142780" y="97155"/>
                        <a:pt x="130873" y="97155"/>
                        <a:pt x="123539" y="104584"/>
                      </a:cubicBezTo>
                      <a:lnTo>
                        <a:pt x="104489" y="123634"/>
                      </a:lnTo>
                      <a:cubicBezTo>
                        <a:pt x="100965" y="127159"/>
                        <a:pt x="98965" y="131921"/>
                        <a:pt x="98965" y="136970"/>
                      </a:cubicBezTo>
                      <a:cubicBezTo>
                        <a:pt x="98965" y="142018"/>
                        <a:pt x="100870" y="146685"/>
                        <a:pt x="104489" y="150209"/>
                      </a:cubicBezTo>
                      <a:lnTo>
                        <a:pt x="160211" y="205930"/>
                      </a:lnTo>
                      <a:lnTo>
                        <a:pt x="150209" y="210026"/>
                      </a:lnTo>
                      <a:cubicBezTo>
                        <a:pt x="136874" y="215455"/>
                        <a:pt x="122968" y="218122"/>
                        <a:pt x="109061" y="218122"/>
                      </a:cubicBezTo>
                      <a:close/>
                      <a:moveTo>
                        <a:pt x="108966" y="14288"/>
                      </a:moveTo>
                      <a:cubicBezTo>
                        <a:pt x="83630" y="14288"/>
                        <a:pt x="59817" y="24193"/>
                        <a:pt x="41910" y="42005"/>
                      </a:cubicBezTo>
                      <a:cubicBezTo>
                        <a:pt x="4953" y="78962"/>
                        <a:pt x="5048" y="138969"/>
                        <a:pt x="42005" y="175926"/>
                      </a:cubicBezTo>
                      <a:cubicBezTo>
                        <a:pt x="66485" y="200406"/>
                        <a:pt x="101727" y="209359"/>
                        <a:pt x="134398" y="200310"/>
                      </a:cubicBezTo>
                      <a:lnTo>
                        <a:pt x="94297" y="160211"/>
                      </a:lnTo>
                      <a:cubicBezTo>
                        <a:pt x="88011" y="154019"/>
                        <a:pt x="84582" y="145637"/>
                        <a:pt x="84677" y="136779"/>
                      </a:cubicBezTo>
                      <a:cubicBezTo>
                        <a:pt x="84677" y="127921"/>
                        <a:pt x="88106" y="119634"/>
                        <a:pt x="94393" y="113347"/>
                      </a:cubicBezTo>
                      <a:lnTo>
                        <a:pt x="113443" y="94297"/>
                      </a:lnTo>
                      <a:cubicBezTo>
                        <a:pt x="126397" y="81343"/>
                        <a:pt x="147352" y="81343"/>
                        <a:pt x="160211" y="94202"/>
                      </a:cubicBezTo>
                      <a:lnTo>
                        <a:pt x="200215" y="134207"/>
                      </a:lnTo>
                      <a:cubicBezTo>
                        <a:pt x="209360" y="101536"/>
                        <a:pt x="200311" y="66294"/>
                        <a:pt x="175927" y="41910"/>
                      </a:cubicBezTo>
                      <a:cubicBezTo>
                        <a:pt x="158115" y="24098"/>
                        <a:pt x="134303" y="14288"/>
                        <a:pt x="108966" y="14288"/>
                      </a:cubicBezTo>
                      <a:close/>
                    </a:path>
                  </a:pathLst>
                </a:custGeom>
                <a:grpFill/>
                <a:ln w="9525" cap="flat">
                  <a:solidFill>
                    <a:srgbClr val="3081F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A5B5E"/>
                    </a:solidFill>
                    <a:effectLst/>
                    <a:uLnTx/>
                    <a:uFillTx/>
                    <a:latin typeface="Source Sans Pro"/>
                    <a:ea typeface="+mn-ea"/>
                    <a:cs typeface="Arial"/>
                  </a:endParaRPr>
                </a:p>
              </p:txBody>
            </p:sp>
            <p:sp>
              <p:nvSpPr>
                <p:cNvPr id="66" name="Freeform: Shape 65">
                  <a:extLst>
                    <a:ext uri="{FF2B5EF4-FFF2-40B4-BE49-F238E27FC236}">
                      <a16:creationId xmlns:a16="http://schemas.microsoft.com/office/drawing/2014/main" id="{3DA0F7B6-EB46-6F77-76D4-F92F58873873}"/>
                    </a:ext>
                  </a:extLst>
                </p:cNvPr>
                <p:cNvSpPr/>
                <p:nvPr/>
              </p:nvSpPr>
              <p:spPr>
                <a:xfrm rot="-2700000">
                  <a:off x="4697845" y="6443619"/>
                  <a:ext cx="14287" cy="110679"/>
                </a:xfrm>
                <a:custGeom>
                  <a:avLst/>
                  <a:gdLst>
                    <a:gd name="connsiteX0" fmla="*/ 0 w 14287"/>
                    <a:gd name="connsiteY0" fmla="*/ 0 h 110679"/>
                    <a:gd name="connsiteX1" fmla="*/ 14287 w 14287"/>
                    <a:gd name="connsiteY1" fmla="*/ 0 h 110679"/>
                    <a:gd name="connsiteX2" fmla="*/ 14287 w 14287"/>
                    <a:gd name="connsiteY2" fmla="*/ 110679 h 110679"/>
                    <a:gd name="connsiteX3" fmla="*/ 0 w 14287"/>
                    <a:gd name="connsiteY3" fmla="*/ 110679 h 110679"/>
                  </a:gdLst>
                  <a:ahLst/>
                  <a:cxnLst>
                    <a:cxn ang="0">
                      <a:pos x="connsiteX0" y="connsiteY0"/>
                    </a:cxn>
                    <a:cxn ang="0">
                      <a:pos x="connsiteX1" y="connsiteY1"/>
                    </a:cxn>
                    <a:cxn ang="0">
                      <a:pos x="connsiteX2" y="connsiteY2"/>
                    </a:cxn>
                    <a:cxn ang="0">
                      <a:pos x="connsiteX3" y="connsiteY3"/>
                    </a:cxn>
                  </a:cxnLst>
                  <a:rect l="l" t="t" r="r" b="b"/>
                  <a:pathLst>
                    <a:path w="14287" h="110679">
                      <a:moveTo>
                        <a:pt x="0" y="0"/>
                      </a:moveTo>
                      <a:lnTo>
                        <a:pt x="14287" y="0"/>
                      </a:lnTo>
                      <a:lnTo>
                        <a:pt x="14287" y="110679"/>
                      </a:lnTo>
                      <a:lnTo>
                        <a:pt x="0" y="110679"/>
                      </a:lnTo>
                      <a:close/>
                    </a:path>
                  </a:pathLst>
                </a:custGeom>
                <a:grpFill/>
                <a:ln w="9525" cap="flat">
                  <a:solidFill>
                    <a:srgbClr val="3081F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A5B5E"/>
                    </a:solidFill>
                    <a:effectLst/>
                    <a:uLnTx/>
                    <a:uFillTx/>
                    <a:latin typeface="Source Sans Pro"/>
                    <a:ea typeface="+mn-ea"/>
                    <a:cs typeface="Arial"/>
                  </a:endParaRPr>
                </a:p>
              </p:txBody>
            </p:sp>
            <p:sp>
              <p:nvSpPr>
                <p:cNvPr id="67" name="Freeform: Shape 66">
                  <a:extLst>
                    <a:ext uri="{FF2B5EF4-FFF2-40B4-BE49-F238E27FC236}">
                      <a16:creationId xmlns:a16="http://schemas.microsoft.com/office/drawing/2014/main" id="{55A91049-A587-64BC-15C3-6323E56ECEFB}"/>
                    </a:ext>
                  </a:extLst>
                </p:cNvPr>
                <p:cNvSpPr/>
                <p:nvPr/>
              </p:nvSpPr>
              <p:spPr>
                <a:xfrm rot="-2700000">
                  <a:off x="4646877" y="6540793"/>
                  <a:ext cx="14287" cy="72389"/>
                </a:xfrm>
                <a:custGeom>
                  <a:avLst/>
                  <a:gdLst>
                    <a:gd name="connsiteX0" fmla="*/ 0 w 14287"/>
                    <a:gd name="connsiteY0" fmla="*/ 0 h 72389"/>
                    <a:gd name="connsiteX1" fmla="*/ 14287 w 14287"/>
                    <a:gd name="connsiteY1" fmla="*/ 0 h 72389"/>
                    <a:gd name="connsiteX2" fmla="*/ 14287 w 14287"/>
                    <a:gd name="connsiteY2" fmla="*/ 72389 h 72389"/>
                    <a:gd name="connsiteX3" fmla="*/ 0 w 14287"/>
                    <a:gd name="connsiteY3" fmla="*/ 72389 h 72389"/>
                  </a:gdLst>
                  <a:ahLst/>
                  <a:cxnLst>
                    <a:cxn ang="0">
                      <a:pos x="connsiteX0" y="connsiteY0"/>
                    </a:cxn>
                    <a:cxn ang="0">
                      <a:pos x="connsiteX1" y="connsiteY1"/>
                    </a:cxn>
                    <a:cxn ang="0">
                      <a:pos x="connsiteX2" y="connsiteY2"/>
                    </a:cxn>
                    <a:cxn ang="0">
                      <a:pos x="connsiteX3" y="connsiteY3"/>
                    </a:cxn>
                  </a:cxnLst>
                  <a:rect l="l" t="t" r="r" b="b"/>
                  <a:pathLst>
                    <a:path w="14287" h="72389">
                      <a:moveTo>
                        <a:pt x="0" y="0"/>
                      </a:moveTo>
                      <a:lnTo>
                        <a:pt x="14287" y="0"/>
                      </a:lnTo>
                      <a:lnTo>
                        <a:pt x="14287" y="72389"/>
                      </a:lnTo>
                      <a:lnTo>
                        <a:pt x="0" y="72389"/>
                      </a:lnTo>
                      <a:close/>
                    </a:path>
                  </a:pathLst>
                </a:custGeom>
                <a:grpFill/>
                <a:ln w="9525" cap="flat">
                  <a:solidFill>
                    <a:srgbClr val="3081F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A5B5E"/>
                    </a:solidFill>
                    <a:effectLst/>
                    <a:uLnTx/>
                    <a:uFillTx/>
                    <a:latin typeface="Source Sans Pro"/>
                    <a:ea typeface="+mn-ea"/>
                    <a:cs typeface="Arial"/>
                  </a:endParaRPr>
                </a:p>
              </p:txBody>
            </p:sp>
          </p:grpSp>
          <p:grpSp>
            <p:nvGrpSpPr>
              <p:cNvPr id="61" name="Graphic 7">
                <a:extLst>
                  <a:ext uri="{FF2B5EF4-FFF2-40B4-BE49-F238E27FC236}">
                    <a16:creationId xmlns:a16="http://schemas.microsoft.com/office/drawing/2014/main" id="{22274402-D283-432B-6EDB-E17A875F3A91}"/>
                  </a:ext>
                </a:extLst>
              </p:cNvPr>
              <p:cNvGrpSpPr/>
              <p:nvPr/>
            </p:nvGrpSpPr>
            <p:grpSpPr>
              <a:xfrm>
                <a:off x="4316120" y="6174540"/>
                <a:ext cx="289171" cy="262213"/>
                <a:chOff x="4316120" y="6174540"/>
                <a:chExt cx="289171" cy="262213"/>
              </a:xfrm>
              <a:grpFill/>
            </p:grpSpPr>
            <p:sp>
              <p:nvSpPr>
                <p:cNvPr id="62" name="Freeform: Shape 61">
                  <a:extLst>
                    <a:ext uri="{FF2B5EF4-FFF2-40B4-BE49-F238E27FC236}">
                      <a16:creationId xmlns:a16="http://schemas.microsoft.com/office/drawing/2014/main" id="{766E0A66-83BA-3921-E63B-9A739FEFB1AE}"/>
                    </a:ext>
                  </a:extLst>
                </p:cNvPr>
                <p:cNvSpPr/>
                <p:nvPr/>
              </p:nvSpPr>
              <p:spPr>
                <a:xfrm>
                  <a:off x="4316120" y="6174540"/>
                  <a:ext cx="218159" cy="218163"/>
                </a:xfrm>
                <a:custGeom>
                  <a:avLst/>
                  <a:gdLst>
                    <a:gd name="connsiteX0" fmla="*/ 109194 w 218159"/>
                    <a:gd name="connsiteY0" fmla="*/ 218163 h 218163"/>
                    <a:gd name="connsiteX1" fmla="*/ 109194 w 218159"/>
                    <a:gd name="connsiteY1" fmla="*/ 218163 h 218163"/>
                    <a:gd name="connsiteX2" fmla="*/ 32041 w 218159"/>
                    <a:gd name="connsiteY2" fmla="*/ 186254 h 218163"/>
                    <a:gd name="connsiteX3" fmla="*/ 8133 w 218159"/>
                    <a:gd name="connsiteY3" fmla="*/ 67954 h 218163"/>
                    <a:gd name="connsiteX4" fmla="*/ 12229 w 218159"/>
                    <a:gd name="connsiteY4" fmla="*/ 57953 h 218163"/>
                    <a:gd name="connsiteX5" fmla="*/ 67950 w 218159"/>
                    <a:gd name="connsiteY5" fmla="*/ 113674 h 218163"/>
                    <a:gd name="connsiteX6" fmla="*/ 94525 w 218159"/>
                    <a:gd name="connsiteY6" fmla="*/ 113578 h 218163"/>
                    <a:gd name="connsiteX7" fmla="*/ 113575 w 218159"/>
                    <a:gd name="connsiteY7" fmla="*/ 94528 h 218163"/>
                    <a:gd name="connsiteX8" fmla="*/ 119100 w 218159"/>
                    <a:gd name="connsiteY8" fmla="*/ 81194 h 218163"/>
                    <a:gd name="connsiteX9" fmla="*/ 113670 w 218159"/>
                    <a:gd name="connsiteY9" fmla="*/ 67954 h 218163"/>
                    <a:gd name="connsiteX10" fmla="*/ 57949 w 218159"/>
                    <a:gd name="connsiteY10" fmla="*/ 12233 h 218163"/>
                    <a:gd name="connsiteX11" fmla="*/ 67950 w 218159"/>
                    <a:gd name="connsiteY11" fmla="*/ 8137 h 218163"/>
                    <a:gd name="connsiteX12" fmla="*/ 186251 w 218159"/>
                    <a:gd name="connsiteY12" fmla="*/ 31949 h 218163"/>
                    <a:gd name="connsiteX13" fmla="*/ 218159 w 218159"/>
                    <a:gd name="connsiteY13" fmla="*/ 109102 h 218163"/>
                    <a:gd name="connsiteX14" fmla="*/ 186251 w 218159"/>
                    <a:gd name="connsiteY14" fmla="*/ 186254 h 218163"/>
                    <a:gd name="connsiteX15" fmla="*/ 109194 w 218159"/>
                    <a:gd name="connsiteY15" fmla="*/ 218163 h 218163"/>
                    <a:gd name="connsiteX16" fmla="*/ 17754 w 218159"/>
                    <a:gd name="connsiteY16" fmla="*/ 83670 h 218163"/>
                    <a:gd name="connsiteX17" fmla="*/ 42138 w 218159"/>
                    <a:gd name="connsiteY17" fmla="*/ 176062 h 218163"/>
                    <a:gd name="connsiteX18" fmla="*/ 176059 w 218159"/>
                    <a:gd name="connsiteY18" fmla="*/ 176158 h 218163"/>
                    <a:gd name="connsiteX19" fmla="*/ 176059 w 218159"/>
                    <a:gd name="connsiteY19" fmla="*/ 42141 h 218163"/>
                    <a:gd name="connsiteX20" fmla="*/ 83762 w 218159"/>
                    <a:gd name="connsiteY20" fmla="*/ 17852 h 218163"/>
                    <a:gd name="connsiteX21" fmla="*/ 123767 w 218159"/>
                    <a:gd name="connsiteY21" fmla="*/ 57857 h 218163"/>
                    <a:gd name="connsiteX22" fmla="*/ 123672 w 218159"/>
                    <a:gd name="connsiteY22" fmla="*/ 104625 h 218163"/>
                    <a:gd name="connsiteX23" fmla="*/ 104622 w 218159"/>
                    <a:gd name="connsiteY23" fmla="*/ 123675 h 218163"/>
                    <a:gd name="connsiteX24" fmla="*/ 57854 w 218159"/>
                    <a:gd name="connsiteY24" fmla="*/ 123770 h 218163"/>
                    <a:gd name="connsiteX25" fmla="*/ 17754 w 218159"/>
                    <a:gd name="connsiteY25" fmla="*/ 83670 h 218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18159" h="218163">
                      <a:moveTo>
                        <a:pt x="109194" y="218163"/>
                      </a:moveTo>
                      <a:cubicBezTo>
                        <a:pt x="109194" y="218163"/>
                        <a:pt x="109194" y="218163"/>
                        <a:pt x="109194" y="218163"/>
                      </a:cubicBezTo>
                      <a:cubicBezTo>
                        <a:pt x="80047" y="218163"/>
                        <a:pt x="52615" y="206829"/>
                        <a:pt x="32041" y="186254"/>
                      </a:cubicBezTo>
                      <a:cubicBezTo>
                        <a:pt x="894" y="155108"/>
                        <a:pt x="-8535" y="108626"/>
                        <a:pt x="8133" y="67954"/>
                      </a:cubicBezTo>
                      <a:lnTo>
                        <a:pt x="12229" y="57953"/>
                      </a:lnTo>
                      <a:lnTo>
                        <a:pt x="67950" y="113674"/>
                      </a:lnTo>
                      <a:cubicBezTo>
                        <a:pt x="75284" y="121008"/>
                        <a:pt x="87191" y="121008"/>
                        <a:pt x="94525" y="113578"/>
                      </a:cubicBezTo>
                      <a:lnTo>
                        <a:pt x="113575" y="94528"/>
                      </a:lnTo>
                      <a:cubicBezTo>
                        <a:pt x="117099" y="90909"/>
                        <a:pt x="119100" y="86242"/>
                        <a:pt x="119100" y="81194"/>
                      </a:cubicBezTo>
                      <a:cubicBezTo>
                        <a:pt x="119100" y="76145"/>
                        <a:pt x="117195" y="71478"/>
                        <a:pt x="113670" y="67954"/>
                      </a:cubicBezTo>
                      <a:lnTo>
                        <a:pt x="57949" y="12233"/>
                      </a:lnTo>
                      <a:lnTo>
                        <a:pt x="67950" y="8137"/>
                      </a:lnTo>
                      <a:cubicBezTo>
                        <a:pt x="108717" y="-8532"/>
                        <a:pt x="155104" y="898"/>
                        <a:pt x="186251" y="31949"/>
                      </a:cubicBezTo>
                      <a:cubicBezTo>
                        <a:pt x="206825" y="52523"/>
                        <a:pt x="218159" y="79955"/>
                        <a:pt x="218159" y="109102"/>
                      </a:cubicBezTo>
                      <a:cubicBezTo>
                        <a:pt x="218159" y="138248"/>
                        <a:pt x="206825" y="165585"/>
                        <a:pt x="186251" y="186254"/>
                      </a:cubicBezTo>
                      <a:cubicBezTo>
                        <a:pt x="165677" y="206829"/>
                        <a:pt x="138340" y="218163"/>
                        <a:pt x="109194" y="218163"/>
                      </a:cubicBezTo>
                      <a:close/>
                      <a:moveTo>
                        <a:pt x="17754" y="83670"/>
                      </a:moveTo>
                      <a:cubicBezTo>
                        <a:pt x="8609" y="116341"/>
                        <a:pt x="17658" y="151583"/>
                        <a:pt x="42138" y="176062"/>
                      </a:cubicBezTo>
                      <a:cubicBezTo>
                        <a:pt x="79095" y="213019"/>
                        <a:pt x="139197" y="213019"/>
                        <a:pt x="176059" y="176158"/>
                      </a:cubicBezTo>
                      <a:cubicBezTo>
                        <a:pt x="213016" y="139201"/>
                        <a:pt x="213016" y="79098"/>
                        <a:pt x="176059" y="42141"/>
                      </a:cubicBezTo>
                      <a:cubicBezTo>
                        <a:pt x="151675" y="17757"/>
                        <a:pt x="116433" y="8708"/>
                        <a:pt x="83762" y="17852"/>
                      </a:cubicBezTo>
                      <a:lnTo>
                        <a:pt x="123767" y="57857"/>
                      </a:lnTo>
                      <a:cubicBezTo>
                        <a:pt x="136626" y="70716"/>
                        <a:pt x="136626" y="91766"/>
                        <a:pt x="123672" y="104625"/>
                      </a:cubicBezTo>
                      <a:lnTo>
                        <a:pt x="104622" y="123675"/>
                      </a:lnTo>
                      <a:cubicBezTo>
                        <a:pt x="91668" y="136629"/>
                        <a:pt x="70713" y="136629"/>
                        <a:pt x="57854" y="123770"/>
                      </a:cubicBezTo>
                      <a:lnTo>
                        <a:pt x="17754" y="83670"/>
                      </a:lnTo>
                      <a:close/>
                    </a:path>
                  </a:pathLst>
                </a:custGeom>
                <a:grpFill/>
                <a:ln w="9525" cap="flat">
                  <a:solidFill>
                    <a:srgbClr val="3081F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A5B5E"/>
                    </a:solidFill>
                    <a:effectLst/>
                    <a:uLnTx/>
                    <a:uFillTx/>
                    <a:latin typeface="Source Sans Pro"/>
                    <a:ea typeface="+mn-ea"/>
                    <a:cs typeface="Arial"/>
                  </a:endParaRPr>
                </a:p>
              </p:txBody>
            </p:sp>
            <p:sp>
              <p:nvSpPr>
                <p:cNvPr id="63" name="Freeform: Shape 62">
                  <a:extLst>
                    <a:ext uri="{FF2B5EF4-FFF2-40B4-BE49-F238E27FC236}">
                      <a16:creationId xmlns:a16="http://schemas.microsoft.com/office/drawing/2014/main" id="{08487D12-5DC4-72CF-CAD3-1CEB2DDDB510}"/>
                    </a:ext>
                  </a:extLst>
                </p:cNvPr>
                <p:cNvSpPr/>
                <p:nvPr/>
              </p:nvSpPr>
              <p:spPr>
                <a:xfrm rot="-2700000">
                  <a:off x="4553965" y="6299829"/>
                  <a:ext cx="14287" cy="110679"/>
                </a:xfrm>
                <a:custGeom>
                  <a:avLst/>
                  <a:gdLst>
                    <a:gd name="connsiteX0" fmla="*/ 0 w 14287"/>
                    <a:gd name="connsiteY0" fmla="*/ 0 h 110679"/>
                    <a:gd name="connsiteX1" fmla="*/ 14287 w 14287"/>
                    <a:gd name="connsiteY1" fmla="*/ 0 h 110679"/>
                    <a:gd name="connsiteX2" fmla="*/ 14287 w 14287"/>
                    <a:gd name="connsiteY2" fmla="*/ 110680 h 110679"/>
                    <a:gd name="connsiteX3" fmla="*/ 0 w 14287"/>
                    <a:gd name="connsiteY3" fmla="*/ 110680 h 110679"/>
                  </a:gdLst>
                  <a:ahLst/>
                  <a:cxnLst>
                    <a:cxn ang="0">
                      <a:pos x="connsiteX0" y="connsiteY0"/>
                    </a:cxn>
                    <a:cxn ang="0">
                      <a:pos x="connsiteX1" y="connsiteY1"/>
                    </a:cxn>
                    <a:cxn ang="0">
                      <a:pos x="connsiteX2" y="connsiteY2"/>
                    </a:cxn>
                    <a:cxn ang="0">
                      <a:pos x="connsiteX3" y="connsiteY3"/>
                    </a:cxn>
                  </a:cxnLst>
                  <a:rect l="l" t="t" r="r" b="b"/>
                  <a:pathLst>
                    <a:path w="14287" h="110679">
                      <a:moveTo>
                        <a:pt x="0" y="0"/>
                      </a:moveTo>
                      <a:lnTo>
                        <a:pt x="14287" y="0"/>
                      </a:lnTo>
                      <a:lnTo>
                        <a:pt x="14287" y="110680"/>
                      </a:lnTo>
                      <a:lnTo>
                        <a:pt x="0" y="110680"/>
                      </a:lnTo>
                      <a:close/>
                    </a:path>
                  </a:pathLst>
                </a:custGeom>
                <a:grpFill/>
                <a:ln w="9525" cap="flat">
                  <a:solidFill>
                    <a:srgbClr val="3081F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A5B5E"/>
                    </a:solidFill>
                    <a:effectLst/>
                    <a:uLnTx/>
                    <a:uFillTx/>
                    <a:latin typeface="Source Sans Pro"/>
                    <a:ea typeface="+mn-ea"/>
                    <a:cs typeface="Arial"/>
                  </a:endParaRPr>
                </a:p>
              </p:txBody>
            </p:sp>
            <p:sp>
              <p:nvSpPr>
                <p:cNvPr id="64" name="Freeform: Shape 63">
                  <a:extLst>
                    <a:ext uri="{FF2B5EF4-FFF2-40B4-BE49-F238E27FC236}">
                      <a16:creationId xmlns:a16="http://schemas.microsoft.com/office/drawing/2014/main" id="{59D58497-43D2-BDF1-CFB6-96B45FF6DE22}"/>
                    </a:ext>
                  </a:extLst>
                </p:cNvPr>
                <p:cNvSpPr/>
                <p:nvPr/>
              </p:nvSpPr>
              <p:spPr>
                <a:xfrm rot="-2700000">
                  <a:off x="4475963" y="6369914"/>
                  <a:ext cx="14287" cy="72389"/>
                </a:xfrm>
                <a:custGeom>
                  <a:avLst/>
                  <a:gdLst>
                    <a:gd name="connsiteX0" fmla="*/ 0 w 14287"/>
                    <a:gd name="connsiteY0" fmla="*/ 0 h 72389"/>
                    <a:gd name="connsiteX1" fmla="*/ 14287 w 14287"/>
                    <a:gd name="connsiteY1" fmla="*/ 0 h 72389"/>
                    <a:gd name="connsiteX2" fmla="*/ 14287 w 14287"/>
                    <a:gd name="connsiteY2" fmla="*/ 72389 h 72389"/>
                    <a:gd name="connsiteX3" fmla="*/ 0 w 14287"/>
                    <a:gd name="connsiteY3" fmla="*/ 72389 h 72389"/>
                  </a:gdLst>
                  <a:ahLst/>
                  <a:cxnLst>
                    <a:cxn ang="0">
                      <a:pos x="connsiteX0" y="connsiteY0"/>
                    </a:cxn>
                    <a:cxn ang="0">
                      <a:pos x="connsiteX1" y="connsiteY1"/>
                    </a:cxn>
                    <a:cxn ang="0">
                      <a:pos x="connsiteX2" y="connsiteY2"/>
                    </a:cxn>
                    <a:cxn ang="0">
                      <a:pos x="connsiteX3" y="connsiteY3"/>
                    </a:cxn>
                  </a:cxnLst>
                  <a:rect l="l" t="t" r="r" b="b"/>
                  <a:pathLst>
                    <a:path w="14287" h="72389">
                      <a:moveTo>
                        <a:pt x="0" y="0"/>
                      </a:moveTo>
                      <a:lnTo>
                        <a:pt x="14287" y="0"/>
                      </a:lnTo>
                      <a:lnTo>
                        <a:pt x="14287" y="72389"/>
                      </a:lnTo>
                      <a:lnTo>
                        <a:pt x="0" y="72389"/>
                      </a:lnTo>
                      <a:close/>
                    </a:path>
                  </a:pathLst>
                </a:custGeom>
                <a:grpFill/>
                <a:ln w="9525" cap="flat">
                  <a:solidFill>
                    <a:srgbClr val="3081F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A5B5E"/>
                    </a:solidFill>
                    <a:effectLst/>
                    <a:uLnTx/>
                    <a:uFillTx/>
                    <a:latin typeface="Source Sans Pro"/>
                    <a:ea typeface="+mn-ea"/>
                    <a:cs typeface="Arial"/>
                  </a:endParaRPr>
                </a:p>
              </p:txBody>
            </p:sp>
          </p:grpSp>
        </p:grpSp>
        <p:grpSp>
          <p:nvGrpSpPr>
            <p:cNvPr id="42" name="Graphic 7">
              <a:extLst>
                <a:ext uri="{FF2B5EF4-FFF2-40B4-BE49-F238E27FC236}">
                  <a16:creationId xmlns:a16="http://schemas.microsoft.com/office/drawing/2014/main" id="{E075AD04-84CC-2E4E-1CA7-32257492136C}"/>
                </a:ext>
              </a:extLst>
            </p:cNvPr>
            <p:cNvGrpSpPr/>
            <p:nvPr/>
          </p:nvGrpSpPr>
          <p:grpSpPr>
            <a:xfrm>
              <a:off x="4324444" y="6171723"/>
              <a:ext cx="563975" cy="563689"/>
              <a:chOff x="4324444" y="6171723"/>
              <a:chExt cx="563975" cy="563689"/>
            </a:xfrm>
            <a:grpFill/>
          </p:grpSpPr>
          <p:sp>
            <p:nvSpPr>
              <p:cNvPr id="43" name="Freeform: Shape 42">
                <a:extLst>
                  <a:ext uri="{FF2B5EF4-FFF2-40B4-BE49-F238E27FC236}">
                    <a16:creationId xmlns:a16="http://schemas.microsoft.com/office/drawing/2014/main" id="{F123A80D-7474-45A0-6D26-5765B364BA63}"/>
                  </a:ext>
                </a:extLst>
              </p:cNvPr>
              <p:cNvSpPr/>
              <p:nvPr/>
            </p:nvSpPr>
            <p:spPr>
              <a:xfrm>
                <a:off x="4324444" y="6428707"/>
                <a:ext cx="306705" cy="306705"/>
              </a:xfrm>
              <a:custGeom>
                <a:avLst/>
                <a:gdLst>
                  <a:gd name="connsiteX0" fmla="*/ 81248 w 306705"/>
                  <a:gd name="connsiteY0" fmla="*/ 306705 h 306705"/>
                  <a:gd name="connsiteX1" fmla="*/ 50959 w 306705"/>
                  <a:gd name="connsiteY1" fmla="*/ 294132 h 306705"/>
                  <a:gd name="connsiteX2" fmla="*/ 12573 w 306705"/>
                  <a:gd name="connsiteY2" fmla="*/ 255747 h 306705"/>
                  <a:gd name="connsiteX3" fmla="*/ 0 w 306705"/>
                  <a:gd name="connsiteY3" fmla="*/ 225457 h 306705"/>
                  <a:gd name="connsiteX4" fmla="*/ 12573 w 306705"/>
                  <a:gd name="connsiteY4" fmla="*/ 195167 h 306705"/>
                  <a:gd name="connsiteX5" fmla="*/ 182499 w 306705"/>
                  <a:gd name="connsiteY5" fmla="*/ 25241 h 306705"/>
                  <a:gd name="connsiteX6" fmla="*/ 265462 w 306705"/>
                  <a:gd name="connsiteY6" fmla="*/ 0 h 306705"/>
                  <a:gd name="connsiteX7" fmla="*/ 306705 w 306705"/>
                  <a:gd name="connsiteY7" fmla="*/ 41243 h 306705"/>
                  <a:gd name="connsiteX8" fmla="*/ 281464 w 306705"/>
                  <a:gd name="connsiteY8" fmla="*/ 124206 h 306705"/>
                  <a:gd name="connsiteX9" fmla="*/ 111538 w 306705"/>
                  <a:gd name="connsiteY9" fmla="*/ 294132 h 306705"/>
                  <a:gd name="connsiteX10" fmla="*/ 81248 w 306705"/>
                  <a:gd name="connsiteY10" fmla="*/ 306705 h 306705"/>
                  <a:gd name="connsiteX11" fmla="*/ 190119 w 306705"/>
                  <a:gd name="connsiteY11" fmla="*/ 38005 h 306705"/>
                  <a:gd name="connsiteX12" fmla="*/ 22670 w 306705"/>
                  <a:gd name="connsiteY12" fmla="*/ 205454 h 306705"/>
                  <a:gd name="connsiteX13" fmla="*/ 14288 w 306705"/>
                  <a:gd name="connsiteY13" fmla="*/ 225647 h 306705"/>
                  <a:gd name="connsiteX14" fmla="*/ 22670 w 306705"/>
                  <a:gd name="connsiteY14" fmla="*/ 245840 h 306705"/>
                  <a:gd name="connsiteX15" fmla="*/ 61055 w 306705"/>
                  <a:gd name="connsiteY15" fmla="*/ 284226 h 306705"/>
                  <a:gd name="connsiteX16" fmla="*/ 101346 w 306705"/>
                  <a:gd name="connsiteY16" fmla="*/ 284226 h 306705"/>
                  <a:gd name="connsiteX17" fmla="*/ 268796 w 306705"/>
                  <a:gd name="connsiteY17" fmla="*/ 116777 h 306705"/>
                  <a:gd name="connsiteX18" fmla="*/ 290513 w 306705"/>
                  <a:gd name="connsiteY18" fmla="*/ 45434 h 306705"/>
                  <a:gd name="connsiteX19" fmla="*/ 261461 w 306705"/>
                  <a:gd name="connsiteY19" fmla="*/ 16383 h 306705"/>
                  <a:gd name="connsiteX20" fmla="*/ 190119 w 306705"/>
                  <a:gd name="connsiteY20" fmla="*/ 38005 h 306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06705" h="306705">
                    <a:moveTo>
                      <a:pt x="81248" y="306705"/>
                    </a:moveTo>
                    <a:cubicBezTo>
                      <a:pt x="69818" y="306705"/>
                      <a:pt x="59055" y="302228"/>
                      <a:pt x="50959" y="294132"/>
                    </a:cubicBezTo>
                    <a:lnTo>
                      <a:pt x="12573" y="255747"/>
                    </a:lnTo>
                    <a:cubicBezTo>
                      <a:pt x="4477" y="247650"/>
                      <a:pt x="0" y="236887"/>
                      <a:pt x="0" y="225457"/>
                    </a:cubicBezTo>
                    <a:cubicBezTo>
                      <a:pt x="0" y="214027"/>
                      <a:pt x="4477" y="203264"/>
                      <a:pt x="12573" y="195167"/>
                    </a:cubicBezTo>
                    <a:lnTo>
                      <a:pt x="182499" y="25241"/>
                    </a:lnTo>
                    <a:lnTo>
                      <a:pt x="265462" y="0"/>
                    </a:lnTo>
                    <a:lnTo>
                      <a:pt x="306705" y="41243"/>
                    </a:lnTo>
                    <a:lnTo>
                      <a:pt x="281464" y="124206"/>
                    </a:lnTo>
                    <a:lnTo>
                      <a:pt x="111538" y="294132"/>
                    </a:lnTo>
                    <a:cubicBezTo>
                      <a:pt x="103442" y="302323"/>
                      <a:pt x="92678" y="306705"/>
                      <a:pt x="81248" y="306705"/>
                    </a:cubicBezTo>
                    <a:close/>
                    <a:moveTo>
                      <a:pt x="190119" y="38005"/>
                    </a:moveTo>
                    <a:lnTo>
                      <a:pt x="22670" y="205454"/>
                    </a:lnTo>
                    <a:cubicBezTo>
                      <a:pt x="17240" y="210884"/>
                      <a:pt x="14288" y="218027"/>
                      <a:pt x="14288" y="225647"/>
                    </a:cubicBezTo>
                    <a:cubicBezTo>
                      <a:pt x="14288" y="233267"/>
                      <a:pt x="17240" y="240411"/>
                      <a:pt x="22670" y="245840"/>
                    </a:cubicBezTo>
                    <a:lnTo>
                      <a:pt x="61055" y="284226"/>
                    </a:lnTo>
                    <a:cubicBezTo>
                      <a:pt x="71819" y="294990"/>
                      <a:pt x="90583" y="294990"/>
                      <a:pt x="101346" y="284226"/>
                    </a:cubicBezTo>
                    <a:lnTo>
                      <a:pt x="268796" y="116777"/>
                    </a:lnTo>
                    <a:lnTo>
                      <a:pt x="290513" y="45434"/>
                    </a:lnTo>
                    <a:lnTo>
                      <a:pt x="261461" y="16383"/>
                    </a:lnTo>
                    <a:lnTo>
                      <a:pt x="190119" y="38005"/>
                    </a:lnTo>
                    <a:close/>
                  </a:path>
                </a:pathLst>
              </a:custGeom>
              <a:grpFill/>
              <a:ln w="9525" cap="flat">
                <a:solidFill>
                  <a:srgbClr val="3081F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A5B5E"/>
                  </a:solidFill>
                  <a:effectLst/>
                  <a:uLnTx/>
                  <a:uFillTx/>
                  <a:latin typeface="Source Sans Pro"/>
                  <a:ea typeface="+mn-ea"/>
                  <a:cs typeface="Arial"/>
                </a:endParaRPr>
              </a:p>
            </p:txBody>
          </p:sp>
          <p:sp>
            <p:nvSpPr>
              <p:cNvPr id="44" name="Freeform: Shape 43">
                <a:extLst>
                  <a:ext uri="{FF2B5EF4-FFF2-40B4-BE49-F238E27FC236}">
                    <a16:creationId xmlns:a16="http://schemas.microsoft.com/office/drawing/2014/main" id="{1F5AC688-C114-3875-1066-9D5EDA48AF9F}"/>
                  </a:ext>
                </a:extLst>
              </p:cNvPr>
              <p:cNvSpPr/>
              <p:nvPr/>
            </p:nvSpPr>
            <p:spPr>
              <a:xfrm>
                <a:off x="4581333" y="6250304"/>
                <a:ext cx="228314" cy="228313"/>
              </a:xfrm>
              <a:custGeom>
                <a:avLst/>
                <a:gdLst>
                  <a:gd name="connsiteX0" fmla="*/ 38195 w 228314"/>
                  <a:gd name="connsiteY0" fmla="*/ 228314 h 228313"/>
                  <a:gd name="connsiteX1" fmla="*/ 0 w 228314"/>
                  <a:gd name="connsiteY1" fmla="*/ 190214 h 228313"/>
                  <a:gd name="connsiteX2" fmla="*/ 190214 w 228314"/>
                  <a:gd name="connsiteY2" fmla="*/ 0 h 228313"/>
                  <a:gd name="connsiteX3" fmla="*/ 228314 w 228314"/>
                  <a:gd name="connsiteY3" fmla="*/ 38100 h 228313"/>
                  <a:gd name="connsiteX4" fmla="*/ 38195 w 228314"/>
                  <a:gd name="connsiteY4" fmla="*/ 228314 h 228313"/>
                  <a:gd name="connsiteX5" fmla="*/ 20193 w 228314"/>
                  <a:gd name="connsiteY5" fmla="*/ 190119 h 228313"/>
                  <a:gd name="connsiteX6" fmla="*/ 38100 w 228314"/>
                  <a:gd name="connsiteY6" fmla="*/ 208026 h 228313"/>
                  <a:gd name="connsiteX7" fmla="*/ 208121 w 228314"/>
                  <a:gd name="connsiteY7" fmla="*/ 38005 h 228313"/>
                  <a:gd name="connsiteX8" fmla="*/ 190214 w 228314"/>
                  <a:gd name="connsiteY8" fmla="*/ 20098 h 228313"/>
                  <a:gd name="connsiteX9" fmla="*/ 20193 w 228314"/>
                  <a:gd name="connsiteY9" fmla="*/ 190119 h 228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8314" h="228313">
                    <a:moveTo>
                      <a:pt x="38195" y="228314"/>
                    </a:moveTo>
                    <a:lnTo>
                      <a:pt x="0" y="190214"/>
                    </a:lnTo>
                    <a:lnTo>
                      <a:pt x="190214" y="0"/>
                    </a:lnTo>
                    <a:lnTo>
                      <a:pt x="228314" y="38100"/>
                    </a:lnTo>
                    <a:lnTo>
                      <a:pt x="38195" y="228314"/>
                    </a:lnTo>
                    <a:close/>
                    <a:moveTo>
                      <a:pt x="20193" y="190119"/>
                    </a:moveTo>
                    <a:lnTo>
                      <a:pt x="38100" y="208026"/>
                    </a:lnTo>
                    <a:lnTo>
                      <a:pt x="208121" y="38005"/>
                    </a:lnTo>
                    <a:lnTo>
                      <a:pt x="190214" y="20098"/>
                    </a:lnTo>
                    <a:lnTo>
                      <a:pt x="20193" y="190119"/>
                    </a:lnTo>
                    <a:close/>
                  </a:path>
                </a:pathLst>
              </a:custGeom>
              <a:grpFill/>
              <a:ln w="9525" cap="flat">
                <a:solidFill>
                  <a:srgbClr val="3081F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A5B5E"/>
                  </a:solidFill>
                  <a:effectLst/>
                  <a:uLnTx/>
                  <a:uFillTx/>
                  <a:latin typeface="Source Sans Pro"/>
                  <a:ea typeface="+mn-ea"/>
                  <a:cs typeface="Arial"/>
                </a:endParaRPr>
              </a:p>
            </p:txBody>
          </p:sp>
          <p:sp>
            <p:nvSpPr>
              <p:cNvPr id="45" name="Freeform: Shape 44">
                <a:extLst>
                  <a:ext uri="{FF2B5EF4-FFF2-40B4-BE49-F238E27FC236}">
                    <a16:creationId xmlns:a16="http://schemas.microsoft.com/office/drawing/2014/main" id="{8C2A1BCE-5C7E-82BF-DBBB-829169F553BD}"/>
                  </a:ext>
                </a:extLst>
              </p:cNvPr>
              <p:cNvSpPr/>
              <p:nvPr/>
            </p:nvSpPr>
            <p:spPr>
              <a:xfrm>
                <a:off x="4763547" y="6171723"/>
                <a:ext cx="124872" cy="124777"/>
              </a:xfrm>
              <a:custGeom>
                <a:avLst/>
                <a:gdLst>
                  <a:gd name="connsiteX0" fmla="*/ 34100 w 124872"/>
                  <a:gd name="connsiteY0" fmla="*/ 124777 h 124777"/>
                  <a:gd name="connsiteX1" fmla="*/ 0 w 124872"/>
                  <a:gd name="connsiteY1" fmla="*/ 90678 h 124777"/>
                  <a:gd name="connsiteX2" fmla="*/ 9906 w 124872"/>
                  <a:gd name="connsiteY2" fmla="*/ 58864 h 124777"/>
                  <a:gd name="connsiteX3" fmla="*/ 84296 w 124872"/>
                  <a:gd name="connsiteY3" fmla="*/ 0 h 124777"/>
                  <a:gd name="connsiteX4" fmla="*/ 124873 w 124872"/>
                  <a:gd name="connsiteY4" fmla="*/ 40577 h 124777"/>
                  <a:gd name="connsiteX5" fmla="*/ 66008 w 124872"/>
                  <a:gd name="connsiteY5" fmla="*/ 114967 h 124777"/>
                  <a:gd name="connsiteX6" fmla="*/ 34100 w 124872"/>
                  <a:gd name="connsiteY6" fmla="*/ 124777 h 124777"/>
                  <a:gd name="connsiteX7" fmla="*/ 16193 w 124872"/>
                  <a:gd name="connsiteY7" fmla="*/ 86582 h 124777"/>
                  <a:gd name="connsiteX8" fmla="*/ 38100 w 124872"/>
                  <a:gd name="connsiteY8" fmla="*/ 108490 h 124777"/>
                  <a:gd name="connsiteX9" fmla="*/ 57436 w 124872"/>
                  <a:gd name="connsiteY9" fmla="*/ 102489 h 124777"/>
                  <a:gd name="connsiteX10" fmla="*/ 105728 w 124872"/>
                  <a:gd name="connsiteY10" fmla="*/ 41529 h 124777"/>
                  <a:gd name="connsiteX11" fmla="*/ 83153 w 124872"/>
                  <a:gd name="connsiteY11" fmla="*/ 18955 h 124777"/>
                  <a:gd name="connsiteX12" fmla="*/ 22193 w 124872"/>
                  <a:gd name="connsiteY12" fmla="*/ 67246 h 124777"/>
                  <a:gd name="connsiteX13" fmla="*/ 16193 w 124872"/>
                  <a:gd name="connsiteY13" fmla="*/ 86582 h 12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4872" h="124777">
                    <a:moveTo>
                      <a:pt x="34100" y="124777"/>
                    </a:moveTo>
                    <a:lnTo>
                      <a:pt x="0" y="90678"/>
                    </a:lnTo>
                    <a:lnTo>
                      <a:pt x="9906" y="58864"/>
                    </a:lnTo>
                    <a:lnTo>
                      <a:pt x="84296" y="0"/>
                    </a:lnTo>
                    <a:lnTo>
                      <a:pt x="124873" y="40577"/>
                    </a:lnTo>
                    <a:lnTo>
                      <a:pt x="66008" y="114967"/>
                    </a:lnTo>
                    <a:lnTo>
                      <a:pt x="34100" y="124777"/>
                    </a:lnTo>
                    <a:close/>
                    <a:moveTo>
                      <a:pt x="16193" y="86582"/>
                    </a:moveTo>
                    <a:lnTo>
                      <a:pt x="38100" y="108490"/>
                    </a:lnTo>
                    <a:lnTo>
                      <a:pt x="57436" y="102489"/>
                    </a:lnTo>
                    <a:lnTo>
                      <a:pt x="105728" y="41529"/>
                    </a:lnTo>
                    <a:lnTo>
                      <a:pt x="83153" y="18955"/>
                    </a:lnTo>
                    <a:lnTo>
                      <a:pt x="22193" y="67246"/>
                    </a:lnTo>
                    <a:lnTo>
                      <a:pt x="16193" y="86582"/>
                    </a:lnTo>
                    <a:close/>
                  </a:path>
                </a:pathLst>
              </a:custGeom>
              <a:grpFill/>
              <a:ln w="9525" cap="flat">
                <a:solidFill>
                  <a:srgbClr val="3081F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A5B5E"/>
                  </a:solidFill>
                  <a:effectLst/>
                  <a:uLnTx/>
                  <a:uFillTx/>
                  <a:latin typeface="Source Sans Pro"/>
                  <a:ea typeface="+mn-ea"/>
                  <a:cs typeface="Arial"/>
                </a:endParaRPr>
              </a:p>
            </p:txBody>
          </p:sp>
          <p:grpSp>
            <p:nvGrpSpPr>
              <p:cNvPr id="46" name="Graphic 7">
                <a:extLst>
                  <a:ext uri="{FF2B5EF4-FFF2-40B4-BE49-F238E27FC236}">
                    <a16:creationId xmlns:a16="http://schemas.microsoft.com/office/drawing/2014/main" id="{AAE03DB8-7928-1268-C940-1094DA46250F}"/>
                  </a:ext>
                </a:extLst>
              </p:cNvPr>
              <p:cNvGrpSpPr/>
              <p:nvPr/>
            </p:nvGrpSpPr>
            <p:grpSpPr>
              <a:xfrm>
                <a:off x="4355531" y="6485249"/>
                <a:ext cx="219084" cy="219084"/>
                <a:chOff x="4355531" y="6485249"/>
                <a:chExt cx="219084" cy="219084"/>
              </a:xfrm>
              <a:grpFill/>
            </p:grpSpPr>
            <p:sp>
              <p:nvSpPr>
                <p:cNvPr id="49" name="Freeform: Shape 48">
                  <a:extLst>
                    <a:ext uri="{FF2B5EF4-FFF2-40B4-BE49-F238E27FC236}">
                      <a16:creationId xmlns:a16="http://schemas.microsoft.com/office/drawing/2014/main" id="{E57C22D2-676E-200A-F5C2-AF6D0696B2CB}"/>
                    </a:ext>
                  </a:extLst>
                </p:cNvPr>
                <p:cNvSpPr/>
                <p:nvPr/>
              </p:nvSpPr>
              <p:spPr>
                <a:xfrm rot="-2700000">
                  <a:off x="4372493" y="6610508"/>
                  <a:ext cx="230883" cy="14287"/>
                </a:xfrm>
                <a:custGeom>
                  <a:avLst/>
                  <a:gdLst>
                    <a:gd name="connsiteX0" fmla="*/ 0 w 230883"/>
                    <a:gd name="connsiteY0" fmla="*/ 0 h 14287"/>
                    <a:gd name="connsiteX1" fmla="*/ 230884 w 230883"/>
                    <a:gd name="connsiteY1" fmla="*/ 0 h 14287"/>
                    <a:gd name="connsiteX2" fmla="*/ 230884 w 230883"/>
                    <a:gd name="connsiteY2" fmla="*/ 14288 h 14287"/>
                    <a:gd name="connsiteX3" fmla="*/ 0 w 230883"/>
                    <a:gd name="connsiteY3" fmla="*/ 14288 h 14287"/>
                  </a:gdLst>
                  <a:ahLst/>
                  <a:cxnLst>
                    <a:cxn ang="0">
                      <a:pos x="connsiteX0" y="connsiteY0"/>
                    </a:cxn>
                    <a:cxn ang="0">
                      <a:pos x="connsiteX1" y="connsiteY1"/>
                    </a:cxn>
                    <a:cxn ang="0">
                      <a:pos x="connsiteX2" y="connsiteY2"/>
                    </a:cxn>
                    <a:cxn ang="0">
                      <a:pos x="connsiteX3" y="connsiteY3"/>
                    </a:cxn>
                  </a:cxnLst>
                  <a:rect l="l" t="t" r="r" b="b"/>
                  <a:pathLst>
                    <a:path w="230883" h="14287">
                      <a:moveTo>
                        <a:pt x="0" y="0"/>
                      </a:moveTo>
                      <a:lnTo>
                        <a:pt x="230884" y="0"/>
                      </a:lnTo>
                      <a:lnTo>
                        <a:pt x="230884" y="14288"/>
                      </a:lnTo>
                      <a:lnTo>
                        <a:pt x="0" y="14288"/>
                      </a:lnTo>
                      <a:close/>
                    </a:path>
                  </a:pathLst>
                </a:custGeom>
                <a:grpFill/>
                <a:ln w="9525" cap="flat">
                  <a:solidFill>
                    <a:srgbClr val="3081F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A5B5E"/>
                    </a:solidFill>
                    <a:effectLst/>
                    <a:uLnTx/>
                    <a:uFillTx/>
                    <a:latin typeface="Source Sans Pro"/>
                    <a:ea typeface="+mn-ea"/>
                    <a:cs typeface="Arial"/>
                  </a:endParaRPr>
                </a:p>
              </p:txBody>
            </p:sp>
            <p:sp>
              <p:nvSpPr>
                <p:cNvPr id="50" name="Freeform: Shape 49">
                  <a:extLst>
                    <a:ext uri="{FF2B5EF4-FFF2-40B4-BE49-F238E27FC236}">
                      <a16:creationId xmlns:a16="http://schemas.microsoft.com/office/drawing/2014/main" id="{3D969143-A1E6-AC2E-88FD-06971DAF4097}"/>
                    </a:ext>
                  </a:extLst>
                </p:cNvPr>
                <p:cNvSpPr/>
                <p:nvPr/>
              </p:nvSpPr>
              <p:spPr>
                <a:xfrm rot="-2700000">
                  <a:off x="4349631" y="6587647"/>
                  <a:ext cx="230883" cy="14287"/>
                </a:xfrm>
                <a:custGeom>
                  <a:avLst/>
                  <a:gdLst>
                    <a:gd name="connsiteX0" fmla="*/ 0 w 230883"/>
                    <a:gd name="connsiteY0" fmla="*/ 0 h 14287"/>
                    <a:gd name="connsiteX1" fmla="*/ 230884 w 230883"/>
                    <a:gd name="connsiteY1" fmla="*/ 0 h 14287"/>
                    <a:gd name="connsiteX2" fmla="*/ 230884 w 230883"/>
                    <a:gd name="connsiteY2" fmla="*/ 14287 h 14287"/>
                    <a:gd name="connsiteX3" fmla="*/ 0 w 230883"/>
                    <a:gd name="connsiteY3" fmla="*/ 14287 h 14287"/>
                  </a:gdLst>
                  <a:ahLst/>
                  <a:cxnLst>
                    <a:cxn ang="0">
                      <a:pos x="connsiteX0" y="connsiteY0"/>
                    </a:cxn>
                    <a:cxn ang="0">
                      <a:pos x="connsiteX1" y="connsiteY1"/>
                    </a:cxn>
                    <a:cxn ang="0">
                      <a:pos x="connsiteX2" y="connsiteY2"/>
                    </a:cxn>
                    <a:cxn ang="0">
                      <a:pos x="connsiteX3" y="connsiteY3"/>
                    </a:cxn>
                  </a:cxnLst>
                  <a:rect l="l" t="t" r="r" b="b"/>
                  <a:pathLst>
                    <a:path w="230883" h="14287">
                      <a:moveTo>
                        <a:pt x="0" y="0"/>
                      </a:moveTo>
                      <a:lnTo>
                        <a:pt x="230884" y="0"/>
                      </a:lnTo>
                      <a:lnTo>
                        <a:pt x="230884" y="14287"/>
                      </a:lnTo>
                      <a:lnTo>
                        <a:pt x="0" y="14287"/>
                      </a:lnTo>
                      <a:close/>
                    </a:path>
                  </a:pathLst>
                </a:custGeom>
                <a:grpFill/>
                <a:ln w="9525" cap="flat">
                  <a:solidFill>
                    <a:srgbClr val="3081F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A5B5E"/>
                    </a:solidFill>
                    <a:effectLst/>
                    <a:uLnTx/>
                    <a:uFillTx/>
                    <a:latin typeface="Source Sans Pro"/>
                    <a:ea typeface="+mn-ea"/>
                    <a:cs typeface="Arial"/>
                  </a:endParaRPr>
                </a:p>
              </p:txBody>
            </p:sp>
            <p:sp>
              <p:nvSpPr>
                <p:cNvPr id="51" name="Freeform: Shape 50">
                  <a:extLst>
                    <a:ext uri="{FF2B5EF4-FFF2-40B4-BE49-F238E27FC236}">
                      <a16:creationId xmlns:a16="http://schemas.microsoft.com/office/drawing/2014/main" id="{B793FBD8-C1A8-331E-1EEF-50606FAD2D58}"/>
                    </a:ext>
                  </a:extLst>
                </p:cNvPr>
                <p:cNvSpPr/>
                <p:nvPr/>
              </p:nvSpPr>
              <p:spPr>
                <a:xfrm rot="-2700000">
                  <a:off x="4326770" y="6564786"/>
                  <a:ext cx="230883" cy="14287"/>
                </a:xfrm>
                <a:custGeom>
                  <a:avLst/>
                  <a:gdLst>
                    <a:gd name="connsiteX0" fmla="*/ 0 w 230883"/>
                    <a:gd name="connsiteY0" fmla="*/ 0 h 14287"/>
                    <a:gd name="connsiteX1" fmla="*/ 230884 w 230883"/>
                    <a:gd name="connsiteY1" fmla="*/ 0 h 14287"/>
                    <a:gd name="connsiteX2" fmla="*/ 230884 w 230883"/>
                    <a:gd name="connsiteY2" fmla="*/ 14287 h 14287"/>
                    <a:gd name="connsiteX3" fmla="*/ 0 w 230883"/>
                    <a:gd name="connsiteY3" fmla="*/ 14287 h 14287"/>
                  </a:gdLst>
                  <a:ahLst/>
                  <a:cxnLst>
                    <a:cxn ang="0">
                      <a:pos x="connsiteX0" y="connsiteY0"/>
                    </a:cxn>
                    <a:cxn ang="0">
                      <a:pos x="connsiteX1" y="connsiteY1"/>
                    </a:cxn>
                    <a:cxn ang="0">
                      <a:pos x="connsiteX2" y="connsiteY2"/>
                    </a:cxn>
                    <a:cxn ang="0">
                      <a:pos x="connsiteX3" y="connsiteY3"/>
                    </a:cxn>
                  </a:cxnLst>
                  <a:rect l="l" t="t" r="r" b="b"/>
                  <a:pathLst>
                    <a:path w="230883" h="14287">
                      <a:moveTo>
                        <a:pt x="0" y="0"/>
                      </a:moveTo>
                      <a:lnTo>
                        <a:pt x="230884" y="0"/>
                      </a:lnTo>
                      <a:lnTo>
                        <a:pt x="230884" y="14287"/>
                      </a:lnTo>
                      <a:lnTo>
                        <a:pt x="0" y="14287"/>
                      </a:lnTo>
                      <a:close/>
                    </a:path>
                  </a:pathLst>
                </a:custGeom>
                <a:grpFill/>
                <a:ln w="9525" cap="flat">
                  <a:solidFill>
                    <a:srgbClr val="3081F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A5B5E"/>
                    </a:solidFill>
                    <a:effectLst/>
                    <a:uLnTx/>
                    <a:uFillTx/>
                    <a:latin typeface="Source Sans Pro"/>
                    <a:ea typeface="+mn-ea"/>
                    <a:cs typeface="Arial"/>
                  </a:endParaRPr>
                </a:p>
              </p:txBody>
            </p:sp>
          </p:grpSp>
        </p:grpSp>
      </p:grpSp>
      <p:cxnSp>
        <p:nvCxnSpPr>
          <p:cNvPr id="14" name="Straight Connector 13">
            <a:extLst>
              <a:ext uri="{FF2B5EF4-FFF2-40B4-BE49-F238E27FC236}">
                <a16:creationId xmlns:a16="http://schemas.microsoft.com/office/drawing/2014/main" id="{DCFE2BC4-4A3F-71FC-B4A3-FDD536F343F7}"/>
              </a:ext>
            </a:extLst>
          </p:cNvPr>
          <p:cNvCxnSpPr>
            <a:cxnSpLocks/>
          </p:cNvCxnSpPr>
          <p:nvPr/>
        </p:nvCxnSpPr>
        <p:spPr>
          <a:xfrm>
            <a:off x="1380106" y="4567554"/>
            <a:ext cx="7535294" cy="0"/>
          </a:xfrm>
          <a:prstGeom prst="line">
            <a:avLst/>
          </a:prstGeom>
          <a:noFill/>
          <a:ln w="25400" cap="flat" cmpd="sng" algn="ctr">
            <a:solidFill>
              <a:srgbClr val="7F7F7F"/>
            </a:solidFill>
            <a:prstDash val="solid"/>
          </a:ln>
          <a:effectLst>
            <a:outerShdw blurRad="40000" dist="20000" dir="5400000" rotWithShape="0">
              <a:srgbClr val="000000">
                <a:alpha val="38000"/>
              </a:srgbClr>
            </a:outerShdw>
          </a:effectLst>
        </p:spPr>
      </p:cxnSp>
      <p:sp>
        <p:nvSpPr>
          <p:cNvPr id="15" name="TextBox 14">
            <a:extLst>
              <a:ext uri="{FF2B5EF4-FFF2-40B4-BE49-F238E27FC236}">
                <a16:creationId xmlns:a16="http://schemas.microsoft.com/office/drawing/2014/main" id="{2CFE4CFF-2ED9-1EBA-E9F2-061A01D39B99}"/>
              </a:ext>
            </a:extLst>
          </p:cNvPr>
          <p:cNvSpPr txBox="1"/>
          <p:nvPr/>
        </p:nvSpPr>
        <p:spPr>
          <a:xfrm>
            <a:off x="228600" y="4444444"/>
            <a:ext cx="2765338" cy="246221"/>
          </a:xfrm>
          <a:prstGeom prst="rect">
            <a:avLst/>
          </a:prstGeom>
          <a:solidFill>
            <a:sysClr val="window" lastClr="FFFFFF"/>
          </a:solid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7F7F7F"/>
                </a:solidFill>
                <a:effectLst/>
                <a:uLnTx/>
                <a:uFillTx/>
                <a:latin typeface="+mj-lt"/>
                <a:cs typeface="Times New Roman" panose="02020603050405020304" pitchFamily="18" charset="0"/>
              </a:rPr>
              <a:t>How We Partner with Operators</a:t>
            </a:r>
          </a:p>
        </p:txBody>
      </p:sp>
      <p:sp>
        <p:nvSpPr>
          <p:cNvPr id="31" name="TextBox 30">
            <a:extLst>
              <a:ext uri="{FF2B5EF4-FFF2-40B4-BE49-F238E27FC236}">
                <a16:creationId xmlns:a16="http://schemas.microsoft.com/office/drawing/2014/main" id="{4FC9CAD7-53DB-AAD1-1584-A043452C7594}"/>
              </a:ext>
            </a:extLst>
          </p:cNvPr>
          <p:cNvSpPr txBox="1"/>
          <p:nvPr/>
        </p:nvSpPr>
        <p:spPr>
          <a:xfrm>
            <a:off x="2024009" y="4680576"/>
            <a:ext cx="6891391" cy="1169551"/>
          </a:xfrm>
          <a:prstGeom prst="rect">
            <a:avLst/>
          </a:prstGeom>
          <a:noFill/>
        </p:spPr>
        <p:txBody>
          <a:bodyPr wrap="square" lIns="0" rIns="0">
            <a:spAutoFit/>
          </a:bodyPr>
          <a:lstStyle/>
          <a:p>
            <a:pPr marL="285750" indent="-285750" algn="just">
              <a:buFont typeface="Wingdings" panose="05000000000000000000" pitchFamily="2" charset="2"/>
              <a:buChar char="§"/>
            </a:pPr>
            <a:r>
              <a:rPr lang="en-US" sz="1400" dirty="0">
                <a:solidFill>
                  <a:prstClr val="black"/>
                </a:solidFill>
                <a:latin typeface="+mj-lt"/>
                <a:cs typeface="Times New Roman" panose="02020603050405020304" pitchFamily="18" charset="0"/>
              </a:rPr>
              <a:t>Management teams continue to lead day-to-day operations</a:t>
            </a:r>
          </a:p>
          <a:p>
            <a:pPr marL="285750" indent="-285750" algn="just">
              <a:buFont typeface="Wingdings" panose="05000000000000000000" pitchFamily="2" charset="2"/>
              <a:buChar char="§"/>
            </a:pPr>
            <a:r>
              <a:rPr lang="en-US" sz="1400" dirty="0">
                <a:solidFill>
                  <a:prstClr val="black"/>
                </a:solidFill>
                <a:latin typeface="+mj-lt"/>
                <a:cs typeface="Times New Roman" panose="02020603050405020304" pitchFamily="18" charset="0"/>
              </a:rPr>
              <a:t>We serve as a strategic partner on growth, acquisitions, and organizational evolution</a:t>
            </a:r>
          </a:p>
          <a:p>
            <a:pPr marL="285750" indent="-285750" algn="just">
              <a:buFont typeface="Wingdings" panose="05000000000000000000" pitchFamily="2" charset="2"/>
              <a:buChar char="§"/>
            </a:pPr>
            <a:r>
              <a:rPr lang="en-US" sz="1400" dirty="0">
                <a:solidFill>
                  <a:prstClr val="black"/>
                </a:solidFill>
                <a:latin typeface="+mj-lt"/>
                <a:cs typeface="Times New Roman" panose="02020603050405020304" pitchFamily="18" charset="0"/>
              </a:rPr>
              <a:t>Decisions are made collaboratively, with an emphasis on long-term value and business durability ensuring alignment between ownership and management on strategic priorities</a:t>
            </a:r>
          </a:p>
          <a:p>
            <a:pPr marL="285750" indent="-285750" algn="just">
              <a:buFont typeface="Wingdings" panose="05000000000000000000" pitchFamily="2" charset="2"/>
              <a:buChar char="§"/>
            </a:pPr>
            <a:r>
              <a:rPr lang="en-US" sz="1400" dirty="0">
                <a:solidFill>
                  <a:prstClr val="black"/>
                </a:solidFill>
                <a:latin typeface="+mj-lt"/>
                <a:cs typeface="Times New Roman" panose="02020603050405020304" pitchFamily="18" charset="0"/>
              </a:rPr>
              <a:t>Our involvement scales based on what the company and management team need</a:t>
            </a:r>
          </a:p>
        </p:txBody>
      </p:sp>
      <p:grpSp>
        <p:nvGrpSpPr>
          <p:cNvPr id="68" name="Graphic 1">
            <a:extLst>
              <a:ext uri="{FF2B5EF4-FFF2-40B4-BE49-F238E27FC236}">
                <a16:creationId xmlns:a16="http://schemas.microsoft.com/office/drawing/2014/main" id="{6039DE96-A303-4ABC-845C-9A38F9DC6A59}"/>
              </a:ext>
            </a:extLst>
          </p:cNvPr>
          <p:cNvGrpSpPr/>
          <p:nvPr/>
        </p:nvGrpSpPr>
        <p:grpSpPr>
          <a:xfrm>
            <a:off x="416405" y="4904553"/>
            <a:ext cx="1241972" cy="796320"/>
            <a:chOff x="4816660" y="3190362"/>
            <a:chExt cx="689950" cy="442377"/>
          </a:xfrm>
          <a:solidFill>
            <a:srgbClr val="7F7F7F"/>
          </a:solidFill>
        </p:grpSpPr>
        <p:sp>
          <p:nvSpPr>
            <p:cNvPr id="69" name="Freeform: Shape 68">
              <a:extLst>
                <a:ext uri="{FF2B5EF4-FFF2-40B4-BE49-F238E27FC236}">
                  <a16:creationId xmlns:a16="http://schemas.microsoft.com/office/drawing/2014/main" id="{CAEE3C06-0979-C208-A747-DB58219B5ADA}"/>
                </a:ext>
              </a:extLst>
            </p:cNvPr>
            <p:cNvSpPr/>
            <p:nvPr/>
          </p:nvSpPr>
          <p:spPr>
            <a:xfrm>
              <a:off x="5135022" y="3457194"/>
              <a:ext cx="249348" cy="163544"/>
            </a:xfrm>
            <a:custGeom>
              <a:avLst/>
              <a:gdLst>
                <a:gd name="connsiteX0" fmla="*/ 68771 w 249348"/>
                <a:gd name="connsiteY0" fmla="*/ 163544 h 163544"/>
                <a:gd name="connsiteX1" fmla="*/ 58103 w 249348"/>
                <a:gd name="connsiteY1" fmla="*/ 162877 h 163544"/>
                <a:gd name="connsiteX2" fmla="*/ 0 w 249348"/>
                <a:gd name="connsiteY2" fmla="*/ 145066 h 163544"/>
                <a:gd name="connsiteX3" fmla="*/ 6096 w 249348"/>
                <a:gd name="connsiteY3" fmla="*/ 132112 h 163544"/>
                <a:gd name="connsiteX4" fmla="*/ 59626 w 249348"/>
                <a:gd name="connsiteY4" fmla="*/ 148685 h 163544"/>
                <a:gd name="connsiteX5" fmla="*/ 89249 w 249348"/>
                <a:gd name="connsiteY5" fmla="*/ 143351 h 163544"/>
                <a:gd name="connsiteX6" fmla="*/ 93917 w 249348"/>
                <a:gd name="connsiteY6" fmla="*/ 127349 h 163544"/>
                <a:gd name="connsiteX7" fmla="*/ 96964 w 249348"/>
                <a:gd name="connsiteY7" fmla="*/ 121063 h 163544"/>
                <a:gd name="connsiteX8" fmla="*/ 103918 w 249348"/>
                <a:gd name="connsiteY8" fmla="*/ 120396 h 163544"/>
                <a:gd name="connsiteX9" fmla="*/ 139065 w 249348"/>
                <a:gd name="connsiteY9" fmla="*/ 115062 h 163544"/>
                <a:gd name="connsiteX10" fmla="*/ 142875 w 249348"/>
                <a:gd name="connsiteY10" fmla="*/ 101917 h 163544"/>
                <a:gd name="connsiteX11" fmla="*/ 132112 w 249348"/>
                <a:gd name="connsiteY11" fmla="*/ 88011 h 163544"/>
                <a:gd name="connsiteX12" fmla="*/ 131540 w 249348"/>
                <a:gd name="connsiteY12" fmla="*/ 87630 h 163544"/>
                <a:gd name="connsiteX13" fmla="*/ 128397 w 249348"/>
                <a:gd name="connsiteY13" fmla="*/ 80963 h 163544"/>
                <a:gd name="connsiteX14" fmla="*/ 132874 w 249348"/>
                <a:gd name="connsiteY14" fmla="*/ 75057 h 163544"/>
                <a:gd name="connsiteX15" fmla="*/ 139541 w 249348"/>
                <a:gd name="connsiteY15" fmla="*/ 75724 h 163544"/>
                <a:gd name="connsiteX16" fmla="*/ 139922 w 249348"/>
                <a:gd name="connsiteY16" fmla="*/ 76009 h 163544"/>
                <a:gd name="connsiteX17" fmla="*/ 183071 w 249348"/>
                <a:gd name="connsiteY17" fmla="*/ 77343 h 163544"/>
                <a:gd name="connsiteX18" fmla="*/ 187166 w 249348"/>
                <a:gd name="connsiteY18" fmla="*/ 63246 h 163544"/>
                <a:gd name="connsiteX19" fmla="*/ 172403 w 249348"/>
                <a:gd name="connsiteY19" fmla="*/ 44767 h 163544"/>
                <a:gd name="connsiteX20" fmla="*/ 168402 w 249348"/>
                <a:gd name="connsiteY20" fmla="*/ 42196 h 163544"/>
                <a:gd name="connsiteX21" fmla="*/ 166307 w 249348"/>
                <a:gd name="connsiteY21" fmla="*/ 32575 h 163544"/>
                <a:gd name="connsiteX22" fmla="*/ 175832 w 249348"/>
                <a:gd name="connsiteY22" fmla="*/ 30004 h 163544"/>
                <a:gd name="connsiteX23" fmla="*/ 179451 w 249348"/>
                <a:gd name="connsiteY23" fmla="*/ 32194 h 163544"/>
                <a:gd name="connsiteX24" fmla="*/ 230696 w 249348"/>
                <a:gd name="connsiteY24" fmla="*/ 39814 h 163544"/>
                <a:gd name="connsiteX25" fmla="*/ 225552 w 249348"/>
                <a:gd name="connsiteY25" fmla="*/ 10573 h 163544"/>
                <a:gd name="connsiteX26" fmla="*/ 235172 w 249348"/>
                <a:gd name="connsiteY26" fmla="*/ 0 h 163544"/>
                <a:gd name="connsiteX27" fmla="*/ 241935 w 249348"/>
                <a:gd name="connsiteY27" fmla="*/ 48482 h 163544"/>
                <a:gd name="connsiteX28" fmla="*/ 200311 w 249348"/>
                <a:gd name="connsiteY28" fmla="*/ 57150 h 163544"/>
                <a:gd name="connsiteX29" fmla="*/ 201073 w 249348"/>
                <a:gd name="connsiteY29" fmla="*/ 60103 h 163544"/>
                <a:gd name="connsiteX30" fmla="*/ 194215 w 249348"/>
                <a:gd name="connsiteY30" fmla="*/ 85915 h 163544"/>
                <a:gd name="connsiteX31" fmla="*/ 156496 w 249348"/>
                <a:gd name="connsiteY31" fmla="*/ 97822 h 163544"/>
                <a:gd name="connsiteX32" fmla="*/ 156782 w 249348"/>
                <a:gd name="connsiteY32" fmla="*/ 99060 h 163544"/>
                <a:gd name="connsiteX33" fmla="*/ 150685 w 249348"/>
                <a:gd name="connsiteY33" fmla="*/ 122968 h 163544"/>
                <a:gd name="connsiteX34" fmla="*/ 107633 w 249348"/>
                <a:gd name="connsiteY34" fmla="*/ 136588 h 163544"/>
                <a:gd name="connsiteX35" fmla="*/ 99060 w 249348"/>
                <a:gd name="connsiteY35" fmla="*/ 153448 h 163544"/>
                <a:gd name="connsiteX36" fmla="*/ 68771 w 249348"/>
                <a:gd name="connsiteY36" fmla="*/ 163544 h 163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49348" h="163544">
                  <a:moveTo>
                    <a:pt x="68771" y="163544"/>
                  </a:moveTo>
                  <a:cubicBezTo>
                    <a:pt x="65437" y="163544"/>
                    <a:pt x="61817" y="163354"/>
                    <a:pt x="58103" y="162877"/>
                  </a:cubicBezTo>
                  <a:cubicBezTo>
                    <a:pt x="31909" y="159925"/>
                    <a:pt x="1333" y="145637"/>
                    <a:pt x="0" y="145066"/>
                  </a:cubicBezTo>
                  <a:lnTo>
                    <a:pt x="6096" y="132112"/>
                  </a:lnTo>
                  <a:cubicBezTo>
                    <a:pt x="6382" y="132207"/>
                    <a:pt x="35814" y="146018"/>
                    <a:pt x="59626" y="148685"/>
                  </a:cubicBezTo>
                  <a:cubicBezTo>
                    <a:pt x="69437" y="149828"/>
                    <a:pt x="82582" y="149733"/>
                    <a:pt x="89249" y="143351"/>
                  </a:cubicBezTo>
                  <a:cubicBezTo>
                    <a:pt x="92869" y="139922"/>
                    <a:pt x="94393" y="134684"/>
                    <a:pt x="93917" y="127349"/>
                  </a:cubicBezTo>
                  <a:cubicBezTo>
                    <a:pt x="93726" y="124873"/>
                    <a:pt x="94869" y="122492"/>
                    <a:pt x="96964" y="121063"/>
                  </a:cubicBezTo>
                  <a:cubicBezTo>
                    <a:pt x="98965" y="119634"/>
                    <a:pt x="101632" y="119348"/>
                    <a:pt x="103918" y="120396"/>
                  </a:cubicBezTo>
                  <a:cubicBezTo>
                    <a:pt x="112871" y="124396"/>
                    <a:pt x="129445" y="128968"/>
                    <a:pt x="139065" y="115062"/>
                  </a:cubicBezTo>
                  <a:cubicBezTo>
                    <a:pt x="142399" y="110299"/>
                    <a:pt x="143637" y="106013"/>
                    <a:pt x="142875" y="101917"/>
                  </a:cubicBezTo>
                  <a:cubicBezTo>
                    <a:pt x="141732" y="95726"/>
                    <a:pt x="135922" y="90678"/>
                    <a:pt x="132112" y="88011"/>
                  </a:cubicBezTo>
                  <a:cubicBezTo>
                    <a:pt x="131921" y="87916"/>
                    <a:pt x="131731" y="87725"/>
                    <a:pt x="131540" y="87630"/>
                  </a:cubicBezTo>
                  <a:cubicBezTo>
                    <a:pt x="129350" y="86201"/>
                    <a:pt x="128111" y="83629"/>
                    <a:pt x="128397" y="80963"/>
                  </a:cubicBezTo>
                  <a:cubicBezTo>
                    <a:pt x="128683" y="78295"/>
                    <a:pt x="130397" y="76009"/>
                    <a:pt x="132874" y="75057"/>
                  </a:cubicBezTo>
                  <a:cubicBezTo>
                    <a:pt x="135064" y="74200"/>
                    <a:pt x="137541" y="74390"/>
                    <a:pt x="139541" y="75724"/>
                  </a:cubicBezTo>
                  <a:cubicBezTo>
                    <a:pt x="139637" y="75819"/>
                    <a:pt x="139827" y="75914"/>
                    <a:pt x="139922" y="76009"/>
                  </a:cubicBezTo>
                  <a:cubicBezTo>
                    <a:pt x="143828" y="78391"/>
                    <a:pt x="170402" y="93726"/>
                    <a:pt x="183071" y="77343"/>
                  </a:cubicBezTo>
                  <a:cubicBezTo>
                    <a:pt x="186785" y="72485"/>
                    <a:pt x="188214" y="67913"/>
                    <a:pt x="187166" y="63246"/>
                  </a:cubicBezTo>
                  <a:cubicBezTo>
                    <a:pt x="185547" y="55435"/>
                    <a:pt x="177737" y="48577"/>
                    <a:pt x="172403" y="44767"/>
                  </a:cubicBezTo>
                  <a:cubicBezTo>
                    <a:pt x="170117" y="43434"/>
                    <a:pt x="168688" y="42481"/>
                    <a:pt x="168402" y="42196"/>
                  </a:cubicBezTo>
                  <a:cubicBezTo>
                    <a:pt x="165259" y="40100"/>
                    <a:pt x="164306" y="35814"/>
                    <a:pt x="166307" y="32575"/>
                  </a:cubicBezTo>
                  <a:cubicBezTo>
                    <a:pt x="168307" y="29337"/>
                    <a:pt x="172498" y="28194"/>
                    <a:pt x="175832" y="30004"/>
                  </a:cubicBezTo>
                  <a:cubicBezTo>
                    <a:pt x="176022" y="30099"/>
                    <a:pt x="177451" y="30861"/>
                    <a:pt x="179451" y="32194"/>
                  </a:cubicBezTo>
                  <a:cubicBezTo>
                    <a:pt x="189167" y="38005"/>
                    <a:pt x="219456" y="54292"/>
                    <a:pt x="230696" y="39814"/>
                  </a:cubicBezTo>
                  <a:cubicBezTo>
                    <a:pt x="239935" y="27908"/>
                    <a:pt x="232982" y="17335"/>
                    <a:pt x="225552" y="10573"/>
                  </a:cubicBezTo>
                  <a:lnTo>
                    <a:pt x="235172" y="0"/>
                  </a:lnTo>
                  <a:cubicBezTo>
                    <a:pt x="247745" y="11430"/>
                    <a:pt x="256127" y="30194"/>
                    <a:pt x="241935" y="48482"/>
                  </a:cubicBezTo>
                  <a:cubicBezTo>
                    <a:pt x="231648" y="61817"/>
                    <a:pt x="215075" y="61436"/>
                    <a:pt x="200311" y="57150"/>
                  </a:cubicBezTo>
                  <a:cubicBezTo>
                    <a:pt x="200596" y="58102"/>
                    <a:pt x="200882" y="59150"/>
                    <a:pt x="201073" y="60103"/>
                  </a:cubicBezTo>
                  <a:cubicBezTo>
                    <a:pt x="202883" y="68961"/>
                    <a:pt x="200596" y="77629"/>
                    <a:pt x="194215" y="85915"/>
                  </a:cubicBezTo>
                  <a:cubicBezTo>
                    <a:pt x="184309" y="98774"/>
                    <a:pt x="169735" y="100489"/>
                    <a:pt x="156496" y="97822"/>
                  </a:cubicBezTo>
                  <a:cubicBezTo>
                    <a:pt x="156591" y="98203"/>
                    <a:pt x="156686" y="98679"/>
                    <a:pt x="156782" y="99060"/>
                  </a:cubicBezTo>
                  <a:cubicBezTo>
                    <a:pt x="158305" y="106966"/>
                    <a:pt x="156210" y="114967"/>
                    <a:pt x="150685" y="122968"/>
                  </a:cubicBezTo>
                  <a:cubicBezTo>
                    <a:pt x="141160" y="136684"/>
                    <a:pt x="125539" y="141446"/>
                    <a:pt x="107633" y="136588"/>
                  </a:cubicBezTo>
                  <a:cubicBezTo>
                    <a:pt x="106489" y="143351"/>
                    <a:pt x="103632" y="149066"/>
                    <a:pt x="99060" y="153448"/>
                  </a:cubicBezTo>
                  <a:cubicBezTo>
                    <a:pt x="92297" y="160210"/>
                    <a:pt x="82105" y="163544"/>
                    <a:pt x="68771" y="163544"/>
                  </a:cubicBezTo>
                  <a:close/>
                </a:path>
              </a:pathLst>
            </a:custGeom>
            <a:grpFill/>
            <a:ln w="9525" cap="flat">
              <a:solidFill>
                <a:srgbClr val="7F7F7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A5B5E"/>
                </a:solidFill>
                <a:effectLst/>
                <a:uLnTx/>
                <a:uFillTx/>
                <a:latin typeface="Source Sans Pro"/>
                <a:ea typeface="+mn-ea"/>
                <a:cs typeface="Arial"/>
              </a:endParaRPr>
            </a:p>
          </p:txBody>
        </p:sp>
        <p:sp>
          <p:nvSpPr>
            <p:cNvPr id="70" name="Freeform: Shape 69">
              <a:extLst>
                <a:ext uri="{FF2B5EF4-FFF2-40B4-BE49-F238E27FC236}">
                  <a16:creationId xmlns:a16="http://schemas.microsoft.com/office/drawing/2014/main" id="{F723A6FA-4816-C0B4-E629-FD1CDBC93B11}"/>
                </a:ext>
              </a:extLst>
            </p:cNvPr>
            <p:cNvSpPr/>
            <p:nvPr/>
          </p:nvSpPr>
          <p:spPr>
            <a:xfrm>
              <a:off x="4893276" y="3246594"/>
              <a:ext cx="191548" cy="212123"/>
            </a:xfrm>
            <a:custGeom>
              <a:avLst/>
              <a:gdLst>
                <a:gd name="connsiteX0" fmla="*/ 39815 w 191548"/>
                <a:gd name="connsiteY0" fmla="*/ 212124 h 212123"/>
                <a:gd name="connsiteX1" fmla="*/ 1811 w 191548"/>
                <a:gd name="connsiteY1" fmla="*/ 169547 h 212123"/>
                <a:gd name="connsiteX2" fmla="*/ 858 w 191548"/>
                <a:gd name="connsiteY2" fmla="*/ 161355 h 212123"/>
                <a:gd name="connsiteX3" fmla="*/ 87821 w 191548"/>
                <a:gd name="connsiteY3" fmla="*/ 3717 h 212123"/>
                <a:gd name="connsiteX4" fmla="*/ 92965 w 191548"/>
                <a:gd name="connsiteY4" fmla="*/ 97 h 212123"/>
                <a:gd name="connsiteX5" fmla="*/ 98966 w 191548"/>
                <a:gd name="connsiteY5" fmla="*/ 2002 h 212123"/>
                <a:gd name="connsiteX6" fmla="*/ 141828 w 191548"/>
                <a:gd name="connsiteY6" fmla="*/ 27624 h 212123"/>
                <a:gd name="connsiteX7" fmla="*/ 184119 w 191548"/>
                <a:gd name="connsiteY7" fmla="*/ 34959 h 212123"/>
                <a:gd name="connsiteX8" fmla="*/ 179833 w 191548"/>
                <a:gd name="connsiteY8" fmla="*/ 37626 h 212123"/>
                <a:gd name="connsiteX9" fmla="*/ 191549 w 191548"/>
                <a:gd name="connsiteY9" fmla="*/ 45817 h 212123"/>
                <a:gd name="connsiteX10" fmla="*/ 139066 w 191548"/>
                <a:gd name="connsiteY10" fmla="*/ 41531 h 212123"/>
                <a:gd name="connsiteX11" fmla="*/ 96108 w 191548"/>
                <a:gd name="connsiteY11" fmla="*/ 18290 h 212123"/>
                <a:gd name="connsiteX12" fmla="*/ 15812 w 191548"/>
                <a:gd name="connsiteY12" fmla="*/ 163737 h 212123"/>
                <a:gd name="connsiteX13" fmla="*/ 50483 w 191548"/>
                <a:gd name="connsiteY13" fmla="*/ 202599 h 212123"/>
                <a:gd name="connsiteX14" fmla="*/ 39815 w 191548"/>
                <a:gd name="connsiteY14" fmla="*/ 212124 h 212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1548" h="212123">
                  <a:moveTo>
                    <a:pt x="39815" y="212124"/>
                  </a:moveTo>
                  <a:lnTo>
                    <a:pt x="1811" y="169547"/>
                  </a:lnTo>
                  <a:cubicBezTo>
                    <a:pt x="-190" y="167261"/>
                    <a:pt x="-571" y="164022"/>
                    <a:pt x="858" y="161355"/>
                  </a:cubicBezTo>
                  <a:lnTo>
                    <a:pt x="87821" y="3717"/>
                  </a:lnTo>
                  <a:cubicBezTo>
                    <a:pt x="88869" y="1812"/>
                    <a:pt x="90774" y="478"/>
                    <a:pt x="92965" y="97"/>
                  </a:cubicBezTo>
                  <a:cubicBezTo>
                    <a:pt x="95156" y="-284"/>
                    <a:pt x="97346" y="478"/>
                    <a:pt x="98966" y="2002"/>
                  </a:cubicBezTo>
                  <a:cubicBezTo>
                    <a:pt x="99156" y="2193"/>
                    <a:pt x="121540" y="23433"/>
                    <a:pt x="141828" y="27624"/>
                  </a:cubicBezTo>
                  <a:cubicBezTo>
                    <a:pt x="166784" y="32673"/>
                    <a:pt x="180881" y="35149"/>
                    <a:pt x="184119" y="34959"/>
                  </a:cubicBezTo>
                  <a:cubicBezTo>
                    <a:pt x="183452" y="34959"/>
                    <a:pt x="181357" y="35530"/>
                    <a:pt x="179833" y="37626"/>
                  </a:cubicBezTo>
                  <a:lnTo>
                    <a:pt x="191549" y="45817"/>
                  </a:lnTo>
                  <a:cubicBezTo>
                    <a:pt x="188310" y="50484"/>
                    <a:pt x="187548" y="51437"/>
                    <a:pt x="139066" y="41531"/>
                  </a:cubicBezTo>
                  <a:cubicBezTo>
                    <a:pt x="122207" y="38102"/>
                    <a:pt x="105252" y="25815"/>
                    <a:pt x="96108" y="18290"/>
                  </a:cubicBezTo>
                  <a:lnTo>
                    <a:pt x="15812" y="163737"/>
                  </a:lnTo>
                  <a:lnTo>
                    <a:pt x="50483" y="202599"/>
                  </a:lnTo>
                  <a:lnTo>
                    <a:pt x="39815" y="212124"/>
                  </a:lnTo>
                  <a:close/>
                </a:path>
              </a:pathLst>
            </a:custGeom>
            <a:grpFill/>
            <a:ln w="9525" cap="flat">
              <a:solidFill>
                <a:srgbClr val="7F7F7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A5B5E"/>
                </a:solidFill>
                <a:effectLst/>
                <a:uLnTx/>
                <a:uFillTx/>
                <a:latin typeface="Source Sans Pro"/>
                <a:ea typeface="+mn-ea"/>
                <a:cs typeface="Arial"/>
              </a:endParaRPr>
            </a:p>
          </p:txBody>
        </p:sp>
        <p:sp>
          <p:nvSpPr>
            <p:cNvPr id="71" name="Freeform: Shape 70">
              <a:extLst>
                <a:ext uri="{FF2B5EF4-FFF2-40B4-BE49-F238E27FC236}">
                  <a16:creationId xmlns:a16="http://schemas.microsoft.com/office/drawing/2014/main" id="{DFF4B653-7EE7-DD2C-251A-D62DF20D8B4B}"/>
                </a:ext>
              </a:extLst>
            </p:cNvPr>
            <p:cNvSpPr/>
            <p:nvPr/>
          </p:nvSpPr>
          <p:spPr>
            <a:xfrm>
              <a:off x="5157645" y="3434109"/>
              <a:ext cx="156862" cy="157196"/>
            </a:xfrm>
            <a:custGeom>
              <a:avLst/>
              <a:gdLst>
                <a:gd name="connsiteX0" fmla="*/ 78437 w 156862"/>
                <a:gd name="connsiteY0" fmla="*/ 157197 h 157196"/>
                <a:gd name="connsiteX1" fmla="*/ 75580 w 156862"/>
                <a:gd name="connsiteY1" fmla="*/ 156625 h 157196"/>
                <a:gd name="connsiteX2" fmla="*/ 3761 w 156862"/>
                <a:gd name="connsiteY2" fmla="*/ 118335 h 157196"/>
                <a:gd name="connsiteX3" fmla="*/ 808 w 156862"/>
                <a:gd name="connsiteY3" fmla="*/ 108619 h 157196"/>
                <a:gd name="connsiteX4" fmla="*/ 10524 w 156862"/>
                <a:gd name="connsiteY4" fmla="*/ 105666 h 157196"/>
                <a:gd name="connsiteX5" fmla="*/ 81390 w 156862"/>
                <a:gd name="connsiteY5" fmla="*/ 143481 h 157196"/>
                <a:gd name="connsiteX6" fmla="*/ 84914 w 156862"/>
                <a:gd name="connsiteY6" fmla="*/ 152910 h 157196"/>
                <a:gd name="connsiteX7" fmla="*/ 78437 w 156862"/>
                <a:gd name="connsiteY7" fmla="*/ 157197 h 157196"/>
                <a:gd name="connsiteX8" fmla="*/ 112822 w 156862"/>
                <a:gd name="connsiteY8" fmla="*/ 111953 h 157196"/>
                <a:gd name="connsiteX9" fmla="*/ 108822 w 156862"/>
                <a:gd name="connsiteY9" fmla="*/ 110715 h 157196"/>
                <a:gd name="connsiteX10" fmla="*/ 32336 w 156862"/>
                <a:gd name="connsiteY10" fmla="*/ 67566 h 157196"/>
                <a:gd name="connsiteX11" fmla="*/ 29574 w 156862"/>
                <a:gd name="connsiteY11" fmla="*/ 57851 h 157196"/>
                <a:gd name="connsiteX12" fmla="*/ 39289 w 156862"/>
                <a:gd name="connsiteY12" fmla="*/ 55089 h 157196"/>
                <a:gd name="connsiteX13" fmla="*/ 116823 w 156862"/>
                <a:gd name="connsiteY13" fmla="*/ 98808 h 157196"/>
                <a:gd name="connsiteX14" fmla="*/ 118728 w 156862"/>
                <a:gd name="connsiteY14" fmla="*/ 108714 h 157196"/>
                <a:gd name="connsiteX15" fmla="*/ 112822 w 156862"/>
                <a:gd name="connsiteY15" fmla="*/ 111953 h 157196"/>
                <a:gd name="connsiteX16" fmla="*/ 149779 w 156862"/>
                <a:gd name="connsiteY16" fmla="*/ 66614 h 157196"/>
                <a:gd name="connsiteX17" fmla="*/ 145969 w 156862"/>
                <a:gd name="connsiteY17" fmla="*/ 65566 h 157196"/>
                <a:gd name="connsiteX18" fmla="*/ 61578 w 156862"/>
                <a:gd name="connsiteY18" fmla="*/ 13179 h 157196"/>
                <a:gd name="connsiteX19" fmla="*/ 59292 w 156862"/>
                <a:gd name="connsiteY19" fmla="*/ 3368 h 157196"/>
                <a:gd name="connsiteX20" fmla="*/ 69103 w 156862"/>
                <a:gd name="connsiteY20" fmla="*/ 1082 h 157196"/>
                <a:gd name="connsiteX21" fmla="*/ 153494 w 156862"/>
                <a:gd name="connsiteY21" fmla="*/ 53469 h 157196"/>
                <a:gd name="connsiteX22" fmla="*/ 155780 w 156862"/>
                <a:gd name="connsiteY22" fmla="*/ 63280 h 157196"/>
                <a:gd name="connsiteX23" fmla="*/ 149779 w 156862"/>
                <a:gd name="connsiteY23" fmla="*/ 66614 h 157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862" h="157196">
                  <a:moveTo>
                    <a:pt x="78437" y="157197"/>
                  </a:moveTo>
                  <a:cubicBezTo>
                    <a:pt x="77485" y="157197"/>
                    <a:pt x="76532" y="157006"/>
                    <a:pt x="75580" y="156625"/>
                  </a:cubicBezTo>
                  <a:cubicBezTo>
                    <a:pt x="73008" y="155482"/>
                    <a:pt x="19954" y="127002"/>
                    <a:pt x="3761" y="118335"/>
                  </a:cubicBezTo>
                  <a:cubicBezTo>
                    <a:pt x="332" y="116430"/>
                    <a:pt x="-1001" y="112143"/>
                    <a:pt x="808" y="108619"/>
                  </a:cubicBezTo>
                  <a:cubicBezTo>
                    <a:pt x="2713" y="105190"/>
                    <a:pt x="7000" y="103857"/>
                    <a:pt x="10524" y="105666"/>
                  </a:cubicBezTo>
                  <a:cubicBezTo>
                    <a:pt x="37480" y="120144"/>
                    <a:pt x="78628" y="142147"/>
                    <a:pt x="81390" y="143481"/>
                  </a:cubicBezTo>
                  <a:cubicBezTo>
                    <a:pt x="84914" y="145195"/>
                    <a:pt x="86533" y="149386"/>
                    <a:pt x="84914" y="152910"/>
                  </a:cubicBezTo>
                  <a:cubicBezTo>
                    <a:pt x="83676" y="155577"/>
                    <a:pt x="81104" y="157197"/>
                    <a:pt x="78437" y="157197"/>
                  </a:cubicBezTo>
                  <a:close/>
                  <a:moveTo>
                    <a:pt x="112822" y="111953"/>
                  </a:moveTo>
                  <a:cubicBezTo>
                    <a:pt x="111489" y="111953"/>
                    <a:pt x="110060" y="111572"/>
                    <a:pt x="108822" y="110715"/>
                  </a:cubicBezTo>
                  <a:cubicBezTo>
                    <a:pt x="105774" y="108714"/>
                    <a:pt x="61387" y="83854"/>
                    <a:pt x="32336" y="67566"/>
                  </a:cubicBezTo>
                  <a:cubicBezTo>
                    <a:pt x="28907" y="65661"/>
                    <a:pt x="27669" y="61280"/>
                    <a:pt x="29574" y="57851"/>
                  </a:cubicBezTo>
                  <a:cubicBezTo>
                    <a:pt x="31479" y="54422"/>
                    <a:pt x="35860" y="53184"/>
                    <a:pt x="39289" y="55089"/>
                  </a:cubicBezTo>
                  <a:cubicBezTo>
                    <a:pt x="51577" y="61947"/>
                    <a:pt x="113203" y="96427"/>
                    <a:pt x="116823" y="98808"/>
                  </a:cubicBezTo>
                  <a:cubicBezTo>
                    <a:pt x="120061" y="100999"/>
                    <a:pt x="120919" y="105476"/>
                    <a:pt x="118728" y="108714"/>
                  </a:cubicBezTo>
                  <a:cubicBezTo>
                    <a:pt x="117394" y="110810"/>
                    <a:pt x="115108" y="111953"/>
                    <a:pt x="112822" y="111953"/>
                  </a:cubicBezTo>
                  <a:close/>
                  <a:moveTo>
                    <a:pt x="149779" y="66614"/>
                  </a:moveTo>
                  <a:cubicBezTo>
                    <a:pt x="148446" y="66614"/>
                    <a:pt x="147208" y="66233"/>
                    <a:pt x="145969" y="65566"/>
                  </a:cubicBezTo>
                  <a:lnTo>
                    <a:pt x="61578" y="13179"/>
                  </a:lnTo>
                  <a:cubicBezTo>
                    <a:pt x="58244" y="11083"/>
                    <a:pt x="57196" y="6702"/>
                    <a:pt x="59292" y="3368"/>
                  </a:cubicBezTo>
                  <a:cubicBezTo>
                    <a:pt x="61387" y="34"/>
                    <a:pt x="65769" y="-1014"/>
                    <a:pt x="69103" y="1082"/>
                  </a:cubicBezTo>
                  <a:lnTo>
                    <a:pt x="153494" y="53469"/>
                  </a:lnTo>
                  <a:cubicBezTo>
                    <a:pt x="156828" y="55565"/>
                    <a:pt x="157876" y="59946"/>
                    <a:pt x="155780" y="63280"/>
                  </a:cubicBezTo>
                  <a:cubicBezTo>
                    <a:pt x="154447" y="65376"/>
                    <a:pt x="152161" y="66614"/>
                    <a:pt x="149779" y="66614"/>
                  </a:cubicBezTo>
                  <a:close/>
                </a:path>
              </a:pathLst>
            </a:custGeom>
            <a:grpFill/>
            <a:ln w="9525" cap="flat">
              <a:solidFill>
                <a:srgbClr val="7F7F7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A5B5E"/>
                </a:solidFill>
                <a:effectLst/>
                <a:uLnTx/>
                <a:uFillTx/>
                <a:latin typeface="Source Sans Pro"/>
                <a:ea typeface="+mn-ea"/>
                <a:cs typeface="Arial"/>
              </a:endParaRPr>
            </a:p>
          </p:txBody>
        </p:sp>
        <p:sp>
          <p:nvSpPr>
            <p:cNvPr id="72" name="Freeform: Shape 71">
              <a:extLst>
                <a:ext uri="{FF2B5EF4-FFF2-40B4-BE49-F238E27FC236}">
                  <a16:creationId xmlns:a16="http://schemas.microsoft.com/office/drawing/2014/main" id="{A534C7B3-66F0-5814-AAD9-CAA845361868}"/>
                </a:ext>
              </a:extLst>
            </p:cNvPr>
            <p:cNvSpPr/>
            <p:nvPr/>
          </p:nvSpPr>
          <p:spPr>
            <a:xfrm>
              <a:off x="4816660" y="3190362"/>
              <a:ext cx="689950" cy="442377"/>
            </a:xfrm>
            <a:custGeom>
              <a:avLst/>
              <a:gdLst>
                <a:gd name="connsiteX0" fmla="*/ 282929 w 689950"/>
                <a:gd name="connsiteY0" fmla="*/ 442378 h 442377"/>
                <a:gd name="connsiteX1" fmla="*/ 260736 w 689950"/>
                <a:gd name="connsiteY1" fmla="*/ 435043 h 442377"/>
                <a:gd name="connsiteX2" fmla="*/ 245686 w 689950"/>
                <a:gd name="connsiteY2" fmla="*/ 409326 h 442377"/>
                <a:gd name="connsiteX3" fmla="*/ 234256 w 689950"/>
                <a:gd name="connsiteY3" fmla="*/ 413041 h 442377"/>
                <a:gd name="connsiteX4" fmla="*/ 206253 w 689950"/>
                <a:gd name="connsiteY4" fmla="*/ 406183 h 442377"/>
                <a:gd name="connsiteX5" fmla="*/ 190918 w 689950"/>
                <a:gd name="connsiteY5" fmla="*/ 377512 h 442377"/>
                <a:gd name="connsiteX6" fmla="*/ 183012 w 689950"/>
                <a:gd name="connsiteY6" fmla="*/ 379608 h 442377"/>
                <a:gd name="connsiteX7" fmla="*/ 155008 w 689950"/>
                <a:gd name="connsiteY7" fmla="*/ 372750 h 442377"/>
                <a:gd name="connsiteX8" fmla="*/ 140054 w 689950"/>
                <a:gd name="connsiteY8" fmla="*/ 348080 h 442377"/>
                <a:gd name="connsiteX9" fmla="*/ 140626 w 689950"/>
                <a:gd name="connsiteY9" fmla="*/ 333602 h 442377"/>
                <a:gd name="connsiteX10" fmla="*/ 113098 w 689950"/>
                <a:gd name="connsiteY10" fmla="*/ 326744 h 442377"/>
                <a:gd name="connsiteX11" fmla="*/ 105002 w 689950"/>
                <a:gd name="connsiteY11" fmla="*/ 274071 h 442377"/>
                <a:gd name="connsiteX12" fmla="*/ 114432 w 689950"/>
                <a:gd name="connsiteY12" fmla="*/ 261212 h 442377"/>
                <a:gd name="connsiteX13" fmla="*/ 167105 w 689950"/>
                <a:gd name="connsiteY13" fmla="*/ 253116 h 442377"/>
                <a:gd name="connsiteX14" fmla="*/ 181297 w 689950"/>
                <a:gd name="connsiteY14" fmla="*/ 274071 h 442377"/>
                <a:gd name="connsiteX15" fmla="*/ 181488 w 689950"/>
                <a:gd name="connsiteY15" fmla="*/ 273880 h 442377"/>
                <a:gd name="connsiteX16" fmla="*/ 206062 w 689950"/>
                <a:gd name="connsiteY16" fmla="*/ 258926 h 442377"/>
                <a:gd name="connsiteX17" fmla="*/ 234066 w 689950"/>
                <a:gd name="connsiteY17" fmla="*/ 265784 h 442377"/>
                <a:gd name="connsiteX18" fmla="*/ 249020 w 689950"/>
                <a:gd name="connsiteY18" fmla="*/ 290454 h 442377"/>
                <a:gd name="connsiteX19" fmla="*/ 249401 w 689950"/>
                <a:gd name="connsiteY19" fmla="*/ 298931 h 442377"/>
                <a:gd name="connsiteX20" fmla="*/ 280357 w 689950"/>
                <a:gd name="connsiteY20" fmla="*/ 305218 h 442377"/>
                <a:gd name="connsiteX21" fmla="*/ 295312 w 689950"/>
                <a:gd name="connsiteY21" fmla="*/ 329887 h 442377"/>
                <a:gd name="connsiteX22" fmla="*/ 294169 w 689950"/>
                <a:gd name="connsiteY22" fmla="*/ 346556 h 442377"/>
                <a:gd name="connsiteX23" fmla="*/ 320553 w 689950"/>
                <a:gd name="connsiteY23" fmla="*/ 353605 h 442377"/>
                <a:gd name="connsiteX24" fmla="*/ 335507 w 689950"/>
                <a:gd name="connsiteY24" fmla="*/ 378274 h 442377"/>
                <a:gd name="connsiteX25" fmla="*/ 328649 w 689950"/>
                <a:gd name="connsiteY25" fmla="*/ 406278 h 442377"/>
                <a:gd name="connsiteX26" fmla="*/ 313504 w 689950"/>
                <a:gd name="connsiteY26" fmla="*/ 426947 h 442377"/>
                <a:gd name="connsiteX27" fmla="*/ 288835 w 689950"/>
                <a:gd name="connsiteY27" fmla="*/ 441901 h 442377"/>
                <a:gd name="connsiteX28" fmla="*/ 282929 w 689950"/>
                <a:gd name="connsiteY28" fmla="*/ 442378 h 442377"/>
                <a:gd name="connsiteX29" fmla="*/ 263974 w 689950"/>
                <a:gd name="connsiteY29" fmla="*/ 391228 h 442377"/>
                <a:gd name="connsiteX30" fmla="*/ 269308 w 689950"/>
                <a:gd name="connsiteY30" fmla="*/ 423518 h 442377"/>
                <a:gd name="connsiteX31" fmla="*/ 286644 w 689950"/>
                <a:gd name="connsiteY31" fmla="*/ 427804 h 442377"/>
                <a:gd name="connsiteX32" fmla="*/ 301884 w 689950"/>
                <a:gd name="connsiteY32" fmla="*/ 418565 h 442377"/>
                <a:gd name="connsiteX33" fmla="*/ 301884 w 689950"/>
                <a:gd name="connsiteY33" fmla="*/ 418565 h 442377"/>
                <a:gd name="connsiteX34" fmla="*/ 317029 w 689950"/>
                <a:gd name="connsiteY34" fmla="*/ 397896 h 442377"/>
                <a:gd name="connsiteX35" fmla="*/ 321315 w 689950"/>
                <a:gd name="connsiteY35" fmla="*/ 380560 h 442377"/>
                <a:gd name="connsiteX36" fmla="*/ 312076 w 689950"/>
                <a:gd name="connsiteY36" fmla="*/ 365225 h 442377"/>
                <a:gd name="connsiteX37" fmla="*/ 279405 w 689950"/>
                <a:gd name="connsiteY37" fmla="*/ 370273 h 442377"/>
                <a:gd name="connsiteX38" fmla="*/ 263974 w 689950"/>
                <a:gd name="connsiteY38" fmla="*/ 391228 h 442377"/>
                <a:gd name="connsiteX39" fmla="*/ 209110 w 689950"/>
                <a:gd name="connsiteY39" fmla="*/ 362749 h 442377"/>
                <a:gd name="connsiteX40" fmla="*/ 214635 w 689950"/>
                <a:gd name="connsiteY40" fmla="*/ 394657 h 442377"/>
                <a:gd name="connsiteX41" fmla="*/ 231970 w 689950"/>
                <a:gd name="connsiteY41" fmla="*/ 398943 h 442377"/>
                <a:gd name="connsiteX42" fmla="*/ 247210 w 689950"/>
                <a:gd name="connsiteY42" fmla="*/ 389704 h 442377"/>
                <a:gd name="connsiteX43" fmla="*/ 247210 w 689950"/>
                <a:gd name="connsiteY43" fmla="*/ 389704 h 442377"/>
                <a:gd name="connsiteX44" fmla="*/ 252163 w 689950"/>
                <a:gd name="connsiteY44" fmla="*/ 382942 h 442377"/>
                <a:gd name="connsiteX45" fmla="*/ 252449 w 689950"/>
                <a:gd name="connsiteY45" fmla="*/ 382465 h 442377"/>
                <a:gd name="connsiteX46" fmla="*/ 276643 w 689950"/>
                <a:gd name="connsiteY46" fmla="*/ 349509 h 442377"/>
                <a:gd name="connsiteX47" fmla="*/ 280929 w 689950"/>
                <a:gd name="connsiteY47" fmla="*/ 332173 h 442377"/>
                <a:gd name="connsiteX48" fmla="*/ 271690 w 689950"/>
                <a:gd name="connsiteY48" fmla="*/ 316838 h 442377"/>
                <a:gd name="connsiteX49" fmla="*/ 241972 w 689950"/>
                <a:gd name="connsiteY49" fmla="*/ 318553 h 442377"/>
                <a:gd name="connsiteX50" fmla="*/ 241972 w 689950"/>
                <a:gd name="connsiteY50" fmla="*/ 318553 h 442377"/>
                <a:gd name="connsiteX51" fmla="*/ 209110 w 689950"/>
                <a:gd name="connsiteY51" fmla="*/ 362749 h 442377"/>
                <a:gd name="connsiteX52" fmla="*/ 211777 w 689950"/>
                <a:gd name="connsiteY52" fmla="*/ 272833 h 442377"/>
                <a:gd name="connsiteX53" fmla="*/ 208158 w 689950"/>
                <a:gd name="connsiteY53" fmla="*/ 273118 h 442377"/>
                <a:gd name="connsiteX54" fmla="*/ 192918 w 689950"/>
                <a:gd name="connsiteY54" fmla="*/ 282358 h 442377"/>
                <a:gd name="connsiteX55" fmla="*/ 158437 w 689950"/>
                <a:gd name="connsiteY55" fmla="*/ 328649 h 442377"/>
                <a:gd name="connsiteX56" fmla="*/ 154246 w 689950"/>
                <a:gd name="connsiteY56" fmla="*/ 345985 h 442377"/>
                <a:gd name="connsiteX57" fmla="*/ 163486 w 689950"/>
                <a:gd name="connsiteY57" fmla="*/ 361225 h 442377"/>
                <a:gd name="connsiteX58" fmla="*/ 180821 w 689950"/>
                <a:gd name="connsiteY58" fmla="*/ 365511 h 442377"/>
                <a:gd name="connsiteX59" fmla="*/ 196156 w 689950"/>
                <a:gd name="connsiteY59" fmla="*/ 356272 h 442377"/>
                <a:gd name="connsiteX60" fmla="*/ 196156 w 689950"/>
                <a:gd name="connsiteY60" fmla="*/ 356272 h 442377"/>
                <a:gd name="connsiteX61" fmla="*/ 197490 w 689950"/>
                <a:gd name="connsiteY61" fmla="*/ 354462 h 442377"/>
                <a:gd name="connsiteX62" fmla="*/ 198157 w 689950"/>
                <a:gd name="connsiteY62" fmla="*/ 353605 h 442377"/>
                <a:gd name="connsiteX63" fmla="*/ 227684 w 689950"/>
                <a:gd name="connsiteY63" fmla="*/ 313409 h 442377"/>
                <a:gd name="connsiteX64" fmla="*/ 231304 w 689950"/>
                <a:gd name="connsiteY64" fmla="*/ 309218 h 442377"/>
                <a:gd name="connsiteX65" fmla="*/ 234923 w 689950"/>
                <a:gd name="connsiteY65" fmla="*/ 292740 h 442377"/>
                <a:gd name="connsiteX66" fmla="*/ 225684 w 689950"/>
                <a:gd name="connsiteY66" fmla="*/ 277500 h 442377"/>
                <a:gd name="connsiteX67" fmla="*/ 211777 w 689950"/>
                <a:gd name="connsiteY67" fmla="*/ 272833 h 442377"/>
                <a:gd name="connsiteX68" fmla="*/ 144912 w 689950"/>
                <a:gd name="connsiteY68" fmla="*/ 260164 h 442377"/>
                <a:gd name="connsiteX69" fmla="*/ 126052 w 689950"/>
                <a:gd name="connsiteY69" fmla="*/ 269689 h 442377"/>
                <a:gd name="connsiteX70" fmla="*/ 116623 w 689950"/>
                <a:gd name="connsiteY70" fmla="*/ 282548 h 442377"/>
                <a:gd name="connsiteX71" fmla="*/ 121671 w 689950"/>
                <a:gd name="connsiteY71" fmla="*/ 315219 h 442377"/>
                <a:gd name="connsiteX72" fmla="*/ 154342 w 689950"/>
                <a:gd name="connsiteY72" fmla="*/ 310171 h 442377"/>
                <a:gd name="connsiteX73" fmla="*/ 163771 w 689950"/>
                <a:gd name="connsiteY73" fmla="*/ 297312 h 442377"/>
                <a:gd name="connsiteX74" fmla="*/ 158723 w 689950"/>
                <a:gd name="connsiteY74" fmla="*/ 264641 h 442377"/>
                <a:gd name="connsiteX75" fmla="*/ 144912 w 689950"/>
                <a:gd name="connsiteY75" fmla="*/ 260164 h 442377"/>
                <a:gd name="connsiteX76" fmla="*/ 548677 w 689950"/>
                <a:gd name="connsiteY76" fmla="*/ 279405 h 442377"/>
                <a:gd name="connsiteX77" fmla="*/ 543628 w 689950"/>
                <a:gd name="connsiteY77" fmla="*/ 277309 h 442377"/>
                <a:gd name="connsiteX78" fmla="*/ 448188 w 689950"/>
                <a:gd name="connsiteY78" fmla="*/ 201586 h 442377"/>
                <a:gd name="connsiteX79" fmla="*/ 340651 w 689950"/>
                <a:gd name="connsiteY79" fmla="*/ 139673 h 442377"/>
                <a:gd name="connsiteX80" fmla="*/ 316743 w 689950"/>
                <a:gd name="connsiteY80" fmla="*/ 145960 h 442377"/>
                <a:gd name="connsiteX81" fmla="*/ 250925 w 689950"/>
                <a:gd name="connsiteY81" fmla="*/ 197299 h 442377"/>
                <a:gd name="connsiteX82" fmla="*/ 210349 w 689950"/>
                <a:gd name="connsiteY82" fmla="*/ 185774 h 442377"/>
                <a:gd name="connsiteX83" fmla="*/ 209301 w 689950"/>
                <a:gd name="connsiteY83" fmla="*/ 177297 h 442377"/>
                <a:gd name="connsiteX84" fmla="*/ 266165 w 689950"/>
                <a:gd name="connsiteY84" fmla="*/ 80237 h 442377"/>
                <a:gd name="connsiteX85" fmla="*/ 284072 w 689950"/>
                <a:gd name="connsiteY85" fmla="*/ 68902 h 442377"/>
                <a:gd name="connsiteX86" fmla="*/ 469048 w 689950"/>
                <a:gd name="connsiteY86" fmla="*/ 70236 h 442377"/>
                <a:gd name="connsiteX87" fmla="*/ 482859 w 689950"/>
                <a:gd name="connsiteY87" fmla="*/ 73855 h 442377"/>
                <a:gd name="connsiteX88" fmla="*/ 510386 w 689950"/>
                <a:gd name="connsiteY88" fmla="*/ 65378 h 442377"/>
                <a:gd name="connsiteX89" fmla="*/ 508386 w 689950"/>
                <a:gd name="connsiteY89" fmla="*/ 61759 h 442377"/>
                <a:gd name="connsiteX90" fmla="*/ 516577 w 689950"/>
                <a:gd name="connsiteY90" fmla="*/ 37184 h 442377"/>
                <a:gd name="connsiteX91" fmla="*/ 566393 w 689950"/>
                <a:gd name="connsiteY91" fmla="*/ 9562 h 442377"/>
                <a:gd name="connsiteX92" fmla="*/ 580204 w 689950"/>
                <a:gd name="connsiteY92" fmla="*/ 7371 h 442377"/>
                <a:gd name="connsiteX93" fmla="*/ 591539 w 689950"/>
                <a:gd name="connsiteY93" fmla="*/ 15658 h 442377"/>
                <a:gd name="connsiteX94" fmla="*/ 687932 w 689950"/>
                <a:gd name="connsiteY94" fmla="*/ 189775 h 442377"/>
                <a:gd name="connsiteX95" fmla="*/ 688885 w 689950"/>
                <a:gd name="connsiteY95" fmla="*/ 203776 h 442377"/>
                <a:gd name="connsiteX96" fmla="*/ 679741 w 689950"/>
                <a:gd name="connsiteY96" fmla="*/ 214349 h 442377"/>
                <a:gd name="connsiteX97" fmla="*/ 629925 w 689950"/>
                <a:gd name="connsiteY97" fmla="*/ 241876 h 442377"/>
                <a:gd name="connsiteX98" fmla="*/ 616114 w 689950"/>
                <a:gd name="connsiteY98" fmla="*/ 244067 h 442377"/>
                <a:gd name="connsiteX99" fmla="*/ 604779 w 689950"/>
                <a:gd name="connsiteY99" fmla="*/ 235780 h 442377"/>
                <a:gd name="connsiteX100" fmla="*/ 604207 w 689950"/>
                <a:gd name="connsiteY100" fmla="*/ 234733 h 442377"/>
                <a:gd name="connsiteX101" fmla="*/ 552677 w 689950"/>
                <a:gd name="connsiteY101" fmla="*/ 277976 h 442377"/>
                <a:gd name="connsiteX102" fmla="*/ 548677 w 689950"/>
                <a:gd name="connsiteY102" fmla="*/ 279405 h 442377"/>
                <a:gd name="connsiteX103" fmla="*/ 340746 w 689950"/>
                <a:gd name="connsiteY103" fmla="*/ 124528 h 442377"/>
                <a:gd name="connsiteX104" fmla="*/ 343984 w 689950"/>
                <a:gd name="connsiteY104" fmla="*/ 125290 h 442377"/>
                <a:gd name="connsiteX105" fmla="*/ 456284 w 689950"/>
                <a:gd name="connsiteY105" fmla="*/ 189679 h 442377"/>
                <a:gd name="connsiteX106" fmla="*/ 549439 w 689950"/>
                <a:gd name="connsiteY106" fmla="*/ 262927 h 442377"/>
                <a:gd name="connsiteX107" fmla="*/ 596778 w 689950"/>
                <a:gd name="connsiteY107" fmla="*/ 221302 h 442377"/>
                <a:gd name="connsiteX108" fmla="*/ 584395 w 689950"/>
                <a:gd name="connsiteY108" fmla="*/ 199014 h 442377"/>
                <a:gd name="connsiteX109" fmla="*/ 516577 w 689950"/>
                <a:gd name="connsiteY109" fmla="*/ 78332 h 442377"/>
                <a:gd name="connsiteX110" fmla="*/ 482383 w 689950"/>
                <a:gd name="connsiteY110" fmla="*/ 88143 h 442377"/>
                <a:gd name="connsiteX111" fmla="*/ 464857 w 689950"/>
                <a:gd name="connsiteY111" fmla="*/ 83857 h 442377"/>
                <a:gd name="connsiteX112" fmla="*/ 287596 w 689950"/>
                <a:gd name="connsiteY112" fmla="*/ 82714 h 442377"/>
                <a:gd name="connsiteX113" fmla="*/ 277500 w 689950"/>
                <a:gd name="connsiteY113" fmla="*/ 89000 h 442377"/>
                <a:gd name="connsiteX114" fmla="*/ 224922 w 689950"/>
                <a:gd name="connsiteY114" fmla="*/ 178821 h 442377"/>
                <a:gd name="connsiteX115" fmla="*/ 249020 w 689950"/>
                <a:gd name="connsiteY115" fmla="*/ 183012 h 442377"/>
                <a:gd name="connsiteX116" fmla="*/ 304075 w 689950"/>
                <a:gd name="connsiteY116" fmla="*/ 138244 h 442377"/>
                <a:gd name="connsiteX117" fmla="*/ 310552 w 689950"/>
                <a:gd name="connsiteY117" fmla="*/ 132244 h 442377"/>
                <a:gd name="connsiteX118" fmla="*/ 337222 w 689950"/>
                <a:gd name="connsiteY118" fmla="*/ 125386 h 442377"/>
                <a:gd name="connsiteX119" fmla="*/ 340746 w 689950"/>
                <a:gd name="connsiteY119" fmla="*/ 124528 h 442377"/>
                <a:gd name="connsiteX120" fmla="*/ 611827 w 689950"/>
                <a:gd name="connsiteY120" fmla="*/ 219016 h 442377"/>
                <a:gd name="connsiteX121" fmla="*/ 617352 w 689950"/>
                <a:gd name="connsiteY121" fmla="*/ 229018 h 442377"/>
                <a:gd name="connsiteX122" fmla="*/ 619162 w 689950"/>
                <a:gd name="connsiteY122" fmla="*/ 230256 h 442377"/>
                <a:gd name="connsiteX123" fmla="*/ 623067 w 689950"/>
                <a:gd name="connsiteY123" fmla="*/ 229589 h 442377"/>
                <a:gd name="connsiteX124" fmla="*/ 672883 w 689950"/>
                <a:gd name="connsiteY124" fmla="*/ 201967 h 442377"/>
                <a:gd name="connsiteX125" fmla="*/ 675550 w 689950"/>
                <a:gd name="connsiteY125" fmla="*/ 199014 h 442377"/>
                <a:gd name="connsiteX126" fmla="*/ 675550 w 689950"/>
                <a:gd name="connsiteY126" fmla="*/ 196823 h 442377"/>
                <a:gd name="connsiteX127" fmla="*/ 675550 w 689950"/>
                <a:gd name="connsiteY127" fmla="*/ 196823 h 442377"/>
                <a:gd name="connsiteX128" fmla="*/ 579157 w 689950"/>
                <a:gd name="connsiteY128" fmla="*/ 22706 h 442377"/>
                <a:gd name="connsiteX129" fmla="*/ 577347 w 689950"/>
                <a:gd name="connsiteY129" fmla="*/ 21468 h 442377"/>
                <a:gd name="connsiteX130" fmla="*/ 573442 w 689950"/>
                <a:gd name="connsiteY130" fmla="*/ 22135 h 442377"/>
                <a:gd name="connsiteX131" fmla="*/ 523626 w 689950"/>
                <a:gd name="connsiteY131" fmla="*/ 49757 h 442377"/>
                <a:gd name="connsiteX132" fmla="*/ 520959 w 689950"/>
                <a:gd name="connsiteY132" fmla="*/ 54901 h 442377"/>
                <a:gd name="connsiteX133" fmla="*/ 611161 w 689950"/>
                <a:gd name="connsiteY133" fmla="*/ 217397 h 442377"/>
                <a:gd name="connsiteX134" fmla="*/ 611827 w 689950"/>
                <a:gd name="connsiteY134" fmla="*/ 219016 h 442377"/>
                <a:gd name="connsiteX135" fmla="*/ 68902 w 689950"/>
                <a:gd name="connsiteY135" fmla="*/ 242067 h 442377"/>
                <a:gd name="connsiteX136" fmla="*/ 59663 w 689950"/>
                <a:gd name="connsiteY136" fmla="*/ 239686 h 442377"/>
                <a:gd name="connsiteX137" fmla="*/ 9847 w 689950"/>
                <a:gd name="connsiteY137" fmla="*/ 212158 h 442377"/>
                <a:gd name="connsiteX138" fmla="*/ 2418 w 689950"/>
                <a:gd name="connsiteY138" fmla="*/ 186155 h 442377"/>
                <a:gd name="connsiteX139" fmla="*/ 2418 w 689950"/>
                <a:gd name="connsiteY139" fmla="*/ 186155 h 442377"/>
                <a:gd name="connsiteX140" fmla="*/ 100335 w 689950"/>
                <a:gd name="connsiteY140" fmla="*/ 9847 h 442377"/>
                <a:gd name="connsiteX141" fmla="*/ 126243 w 689950"/>
                <a:gd name="connsiteY141" fmla="*/ 2418 h 442377"/>
                <a:gd name="connsiteX142" fmla="*/ 176059 w 689950"/>
                <a:gd name="connsiteY142" fmla="*/ 30040 h 442377"/>
                <a:gd name="connsiteX143" fmla="*/ 185203 w 689950"/>
                <a:gd name="connsiteY143" fmla="*/ 41470 h 442377"/>
                <a:gd name="connsiteX144" fmla="*/ 183583 w 689950"/>
                <a:gd name="connsiteY144" fmla="*/ 55948 h 442377"/>
                <a:gd name="connsiteX145" fmla="*/ 85571 w 689950"/>
                <a:gd name="connsiteY145" fmla="*/ 232256 h 442377"/>
                <a:gd name="connsiteX146" fmla="*/ 74141 w 689950"/>
                <a:gd name="connsiteY146" fmla="*/ 241400 h 442377"/>
                <a:gd name="connsiteX147" fmla="*/ 68902 w 689950"/>
                <a:gd name="connsiteY147" fmla="*/ 242067 h 442377"/>
                <a:gd name="connsiteX148" fmla="*/ 14896 w 689950"/>
                <a:gd name="connsiteY148" fmla="*/ 193013 h 442377"/>
                <a:gd name="connsiteX149" fmla="*/ 16801 w 689950"/>
                <a:gd name="connsiteY149" fmla="*/ 199585 h 442377"/>
                <a:gd name="connsiteX150" fmla="*/ 66616 w 689950"/>
                <a:gd name="connsiteY150" fmla="*/ 227113 h 442377"/>
                <a:gd name="connsiteX151" fmla="*/ 70236 w 689950"/>
                <a:gd name="connsiteY151" fmla="*/ 227494 h 442377"/>
                <a:gd name="connsiteX152" fmla="*/ 73093 w 689950"/>
                <a:gd name="connsiteY152" fmla="*/ 225208 h 442377"/>
                <a:gd name="connsiteX153" fmla="*/ 171106 w 689950"/>
                <a:gd name="connsiteY153" fmla="*/ 48900 h 442377"/>
                <a:gd name="connsiteX154" fmla="*/ 171487 w 689950"/>
                <a:gd name="connsiteY154" fmla="*/ 45280 h 442377"/>
                <a:gd name="connsiteX155" fmla="*/ 169201 w 689950"/>
                <a:gd name="connsiteY155" fmla="*/ 42423 h 442377"/>
                <a:gd name="connsiteX156" fmla="*/ 119385 w 689950"/>
                <a:gd name="connsiteY156" fmla="*/ 14800 h 442377"/>
                <a:gd name="connsiteX157" fmla="*/ 112813 w 689950"/>
                <a:gd name="connsiteY157" fmla="*/ 16705 h 442377"/>
                <a:gd name="connsiteX158" fmla="*/ 14896 w 689950"/>
                <a:gd name="connsiteY158" fmla="*/ 193013 h 442377"/>
                <a:gd name="connsiteX159" fmla="*/ 14896 w 689950"/>
                <a:gd name="connsiteY159" fmla="*/ 193013 h 442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689950" h="442377">
                  <a:moveTo>
                    <a:pt x="282929" y="442378"/>
                  </a:moveTo>
                  <a:cubicBezTo>
                    <a:pt x="275023" y="442378"/>
                    <a:pt x="267308" y="439901"/>
                    <a:pt x="260736" y="435043"/>
                  </a:cubicBezTo>
                  <a:cubicBezTo>
                    <a:pt x="252068" y="428662"/>
                    <a:pt x="246925" y="419232"/>
                    <a:pt x="245686" y="409326"/>
                  </a:cubicBezTo>
                  <a:cubicBezTo>
                    <a:pt x="242162" y="411135"/>
                    <a:pt x="238257" y="412374"/>
                    <a:pt x="234256" y="413041"/>
                  </a:cubicBezTo>
                  <a:cubicBezTo>
                    <a:pt x="224255" y="414565"/>
                    <a:pt x="214349" y="412183"/>
                    <a:pt x="206253" y="406183"/>
                  </a:cubicBezTo>
                  <a:cubicBezTo>
                    <a:pt x="196728" y="399229"/>
                    <a:pt x="191394" y="388561"/>
                    <a:pt x="190918" y="377512"/>
                  </a:cubicBezTo>
                  <a:cubicBezTo>
                    <a:pt x="188441" y="378465"/>
                    <a:pt x="185774" y="379227"/>
                    <a:pt x="183012" y="379608"/>
                  </a:cubicBezTo>
                  <a:cubicBezTo>
                    <a:pt x="173011" y="381132"/>
                    <a:pt x="163105" y="378751"/>
                    <a:pt x="155008" y="372750"/>
                  </a:cubicBezTo>
                  <a:cubicBezTo>
                    <a:pt x="146912" y="366844"/>
                    <a:pt x="141578" y="358081"/>
                    <a:pt x="140054" y="348080"/>
                  </a:cubicBezTo>
                  <a:cubicBezTo>
                    <a:pt x="139292" y="343222"/>
                    <a:pt x="139483" y="338269"/>
                    <a:pt x="140626" y="333602"/>
                  </a:cubicBezTo>
                  <a:cubicBezTo>
                    <a:pt x="131196" y="334936"/>
                    <a:pt x="121290" y="332745"/>
                    <a:pt x="113098" y="326744"/>
                  </a:cubicBezTo>
                  <a:cubicBezTo>
                    <a:pt x="96334" y="314457"/>
                    <a:pt x="92715" y="290835"/>
                    <a:pt x="105002" y="274071"/>
                  </a:cubicBezTo>
                  <a:lnTo>
                    <a:pt x="114432" y="261212"/>
                  </a:lnTo>
                  <a:cubicBezTo>
                    <a:pt x="126719" y="244448"/>
                    <a:pt x="150341" y="240829"/>
                    <a:pt x="167105" y="253116"/>
                  </a:cubicBezTo>
                  <a:cubicBezTo>
                    <a:pt x="174344" y="258450"/>
                    <a:pt x="179202" y="265975"/>
                    <a:pt x="181297" y="274071"/>
                  </a:cubicBezTo>
                  <a:lnTo>
                    <a:pt x="181488" y="273880"/>
                  </a:lnTo>
                  <a:cubicBezTo>
                    <a:pt x="187393" y="265784"/>
                    <a:pt x="196156" y="260450"/>
                    <a:pt x="206062" y="258926"/>
                  </a:cubicBezTo>
                  <a:cubicBezTo>
                    <a:pt x="215968" y="257402"/>
                    <a:pt x="225970" y="259879"/>
                    <a:pt x="234066" y="265784"/>
                  </a:cubicBezTo>
                  <a:cubicBezTo>
                    <a:pt x="242162" y="271690"/>
                    <a:pt x="247496" y="280453"/>
                    <a:pt x="249020" y="290454"/>
                  </a:cubicBezTo>
                  <a:cubicBezTo>
                    <a:pt x="249496" y="293311"/>
                    <a:pt x="249592" y="296169"/>
                    <a:pt x="249401" y="298931"/>
                  </a:cubicBezTo>
                  <a:cubicBezTo>
                    <a:pt x="259783" y="296455"/>
                    <a:pt x="271118" y="298360"/>
                    <a:pt x="280357" y="305218"/>
                  </a:cubicBezTo>
                  <a:cubicBezTo>
                    <a:pt x="288454" y="311123"/>
                    <a:pt x="293788" y="319886"/>
                    <a:pt x="295312" y="329887"/>
                  </a:cubicBezTo>
                  <a:cubicBezTo>
                    <a:pt x="296169" y="335602"/>
                    <a:pt x="295788" y="341222"/>
                    <a:pt x="294169" y="346556"/>
                  </a:cubicBezTo>
                  <a:cubicBezTo>
                    <a:pt x="303217" y="345604"/>
                    <a:pt x="312647" y="347794"/>
                    <a:pt x="320553" y="353605"/>
                  </a:cubicBezTo>
                  <a:cubicBezTo>
                    <a:pt x="328649" y="359510"/>
                    <a:pt x="333983" y="368273"/>
                    <a:pt x="335507" y="378274"/>
                  </a:cubicBezTo>
                  <a:cubicBezTo>
                    <a:pt x="337031" y="388180"/>
                    <a:pt x="334650" y="398182"/>
                    <a:pt x="328649" y="406278"/>
                  </a:cubicBezTo>
                  <a:lnTo>
                    <a:pt x="313504" y="426947"/>
                  </a:lnTo>
                  <a:cubicBezTo>
                    <a:pt x="307599" y="435043"/>
                    <a:pt x="298836" y="440377"/>
                    <a:pt x="288835" y="441901"/>
                  </a:cubicBezTo>
                  <a:cubicBezTo>
                    <a:pt x="286834" y="442187"/>
                    <a:pt x="284929" y="442378"/>
                    <a:pt x="282929" y="442378"/>
                  </a:cubicBezTo>
                  <a:close/>
                  <a:moveTo>
                    <a:pt x="263974" y="391228"/>
                  </a:moveTo>
                  <a:cubicBezTo>
                    <a:pt x="256640" y="401610"/>
                    <a:pt x="259021" y="415993"/>
                    <a:pt x="269308" y="423518"/>
                  </a:cubicBezTo>
                  <a:cubicBezTo>
                    <a:pt x="274357" y="427233"/>
                    <a:pt x="280453" y="428757"/>
                    <a:pt x="286644" y="427804"/>
                  </a:cubicBezTo>
                  <a:cubicBezTo>
                    <a:pt x="292835" y="426852"/>
                    <a:pt x="298264" y="423518"/>
                    <a:pt x="301884" y="418565"/>
                  </a:cubicBezTo>
                  <a:lnTo>
                    <a:pt x="301884" y="418565"/>
                  </a:lnTo>
                  <a:lnTo>
                    <a:pt x="317029" y="397896"/>
                  </a:lnTo>
                  <a:cubicBezTo>
                    <a:pt x="320743" y="392848"/>
                    <a:pt x="322267" y="386656"/>
                    <a:pt x="321315" y="380560"/>
                  </a:cubicBezTo>
                  <a:cubicBezTo>
                    <a:pt x="320362" y="374369"/>
                    <a:pt x="317029" y="368940"/>
                    <a:pt x="312076" y="365225"/>
                  </a:cubicBezTo>
                  <a:cubicBezTo>
                    <a:pt x="301693" y="357605"/>
                    <a:pt x="287025" y="359891"/>
                    <a:pt x="279405" y="370273"/>
                  </a:cubicBezTo>
                  <a:lnTo>
                    <a:pt x="263974" y="391228"/>
                  </a:lnTo>
                  <a:close/>
                  <a:moveTo>
                    <a:pt x="209110" y="362749"/>
                  </a:moveTo>
                  <a:cubicBezTo>
                    <a:pt x="202157" y="373131"/>
                    <a:pt x="204538" y="387228"/>
                    <a:pt x="214635" y="394657"/>
                  </a:cubicBezTo>
                  <a:cubicBezTo>
                    <a:pt x="219683" y="398372"/>
                    <a:pt x="225874" y="399896"/>
                    <a:pt x="231970" y="398943"/>
                  </a:cubicBezTo>
                  <a:cubicBezTo>
                    <a:pt x="238162" y="397991"/>
                    <a:pt x="243591" y="394657"/>
                    <a:pt x="247210" y="389704"/>
                  </a:cubicBezTo>
                  <a:lnTo>
                    <a:pt x="247210" y="389704"/>
                  </a:lnTo>
                  <a:lnTo>
                    <a:pt x="252163" y="382942"/>
                  </a:lnTo>
                  <a:cubicBezTo>
                    <a:pt x="252259" y="382751"/>
                    <a:pt x="252354" y="382656"/>
                    <a:pt x="252449" y="382465"/>
                  </a:cubicBezTo>
                  <a:lnTo>
                    <a:pt x="276643" y="349509"/>
                  </a:lnTo>
                  <a:cubicBezTo>
                    <a:pt x="280357" y="344461"/>
                    <a:pt x="281881" y="338269"/>
                    <a:pt x="280929" y="332173"/>
                  </a:cubicBezTo>
                  <a:cubicBezTo>
                    <a:pt x="279976" y="326077"/>
                    <a:pt x="276643" y="320553"/>
                    <a:pt x="271690" y="316838"/>
                  </a:cubicBezTo>
                  <a:cubicBezTo>
                    <a:pt x="262546" y="310171"/>
                    <a:pt x="250068" y="311123"/>
                    <a:pt x="241972" y="318553"/>
                  </a:cubicBezTo>
                  <a:cubicBezTo>
                    <a:pt x="241972" y="318553"/>
                    <a:pt x="241972" y="318553"/>
                    <a:pt x="241972" y="318553"/>
                  </a:cubicBezTo>
                  <a:lnTo>
                    <a:pt x="209110" y="362749"/>
                  </a:lnTo>
                  <a:close/>
                  <a:moveTo>
                    <a:pt x="211777" y="272833"/>
                  </a:moveTo>
                  <a:cubicBezTo>
                    <a:pt x="210539" y="272833"/>
                    <a:pt x="209396" y="272928"/>
                    <a:pt x="208158" y="273118"/>
                  </a:cubicBezTo>
                  <a:cubicBezTo>
                    <a:pt x="201967" y="274071"/>
                    <a:pt x="196537" y="277405"/>
                    <a:pt x="192918" y="282358"/>
                  </a:cubicBezTo>
                  <a:lnTo>
                    <a:pt x="158437" y="328649"/>
                  </a:lnTo>
                  <a:cubicBezTo>
                    <a:pt x="154818" y="333602"/>
                    <a:pt x="153294" y="339793"/>
                    <a:pt x="154246" y="345985"/>
                  </a:cubicBezTo>
                  <a:cubicBezTo>
                    <a:pt x="155199" y="352176"/>
                    <a:pt x="158533" y="357605"/>
                    <a:pt x="163486" y="361225"/>
                  </a:cubicBezTo>
                  <a:cubicBezTo>
                    <a:pt x="168534" y="364939"/>
                    <a:pt x="174725" y="366463"/>
                    <a:pt x="180821" y="365511"/>
                  </a:cubicBezTo>
                  <a:cubicBezTo>
                    <a:pt x="187012" y="364558"/>
                    <a:pt x="192442" y="361225"/>
                    <a:pt x="196156" y="356272"/>
                  </a:cubicBezTo>
                  <a:cubicBezTo>
                    <a:pt x="196156" y="356272"/>
                    <a:pt x="196156" y="356272"/>
                    <a:pt x="196156" y="356272"/>
                  </a:cubicBezTo>
                  <a:lnTo>
                    <a:pt x="197490" y="354462"/>
                  </a:lnTo>
                  <a:cubicBezTo>
                    <a:pt x="197680" y="354176"/>
                    <a:pt x="197871" y="353890"/>
                    <a:pt x="198157" y="353605"/>
                  </a:cubicBezTo>
                  <a:lnTo>
                    <a:pt x="227684" y="313409"/>
                  </a:lnTo>
                  <a:cubicBezTo>
                    <a:pt x="228827" y="311885"/>
                    <a:pt x="229970" y="310456"/>
                    <a:pt x="231304" y="309218"/>
                  </a:cubicBezTo>
                  <a:cubicBezTo>
                    <a:pt x="234542" y="304360"/>
                    <a:pt x="235780" y="298550"/>
                    <a:pt x="234923" y="292740"/>
                  </a:cubicBezTo>
                  <a:cubicBezTo>
                    <a:pt x="233971" y="286549"/>
                    <a:pt x="230637" y="281119"/>
                    <a:pt x="225684" y="277500"/>
                  </a:cubicBezTo>
                  <a:cubicBezTo>
                    <a:pt x="221493" y="274452"/>
                    <a:pt x="216730" y="272833"/>
                    <a:pt x="211777" y="272833"/>
                  </a:cubicBezTo>
                  <a:close/>
                  <a:moveTo>
                    <a:pt x="144912" y="260164"/>
                  </a:moveTo>
                  <a:cubicBezTo>
                    <a:pt x="137673" y="260164"/>
                    <a:pt x="130624" y="263498"/>
                    <a:pt x="126052" y="269689"/>
                  </a:cubicBezTo>
                  <a:lnTo>
                    <a:pt x="116623" y="282548"/>
                  </a:lnTo>
                  <a:cubicBezTo>
                    <a:pt x="109003" y="292930"/>
                    <a:pt x="111289" y="307599"/>
                    <a:pt x="121671" y="315219"/>
                  </a:cubicBezTo>
                  <a:cubicBezTo>
                    <a:pt x="132053" y="322839"/>
                    <a:pt x="146722" y="320553"/>
                    <a:pt x="154342" y="310171"/>
                  </a:cubicBezTo>
                  <a:lnTo>
                    <a:pt x="163771" y="297312"/>
                  </a:lnTo>
                  <a:cubicBezTo>
                    <a:pt x="171391" y="286930"/>
                    <a:pt x="169105" y="272261"/>
                    <a:pt x="158723" y="264641"/>
                  </a:cubicBezTo>
                  <a:cubicBezTo>
                    <a:pt x="154532" y="261688"/>
                    <a:pt x="149674" y="260164"/>
                    <a:pt x="144912" y="260164"/>
                  </a:cubicBezTo>
                  <a:close/>
                  <a:moveTo>
                    <a:pt x="548677" y="279405"/>
                  </a:moveTo>
                  <a:cubicBezTo>
                    <a:pt x="546772" y="279405"/>
                    <a:pt x="544962" y="278643"/>
                    <a:pt x="543628" y="277309"/>
                  </a:cubicBezTo>
                  <a:cubicBezTo>
                    <a:pt x="543343" y="277024"/>
                    <a:pt x="510577" y="244067"/>
                    <a:pt x="448188" y="201586"/>
                  </a:cubicBezTo>
                  <a:cubicBezTo>
                    <a:pt x="410564" y="175963"/>
                    <a:pt x="354557" y="146817"/>
                    <a:pt x="340651" y="139673"/>
                  </a:cubicBezTo>
                  <a:cubicBezTo>
                    <a:pt x="332459" y="143388"/>
                    <a:pt x="322648" y="145102"/>
                    <a:pt x="316743" y="145960"/>
                  </a:cubicBezTo>
                  <a:cubicBezTo>
                    <a:pt x="312742" y="158914"/>
                    <a:pt x="298169" y="190537"/>
                    <a:pt x="250925" y="197299"/>
                  </a:cubicBezTo>
                  <a:cubicBezTo>
                    <a:pt x="225303" y="201014"/>
                    <a:pt x="210920" y="186441"/>
                    <a:pt x="210349" y="185774"/>
                  </a:cubicBezTo>
                  <a:cubicBezTo>
                    <a:pt x="208158" y="183488"/>
                    <a:pt x="207682" y="180059"/>
                    <a:pt x="209301" y="177297"/>
                  </a:cubicBezTo>
                  <a:cubicBezTo>
                    <a:pt x="211206" y="173868"/>
                    <a:pt x="257021" y="93001"/>
                    <a:pt x="266165" y="80237"/>
                  </a:cubicBezTo>
                  <a:cubicBezTo>
                    <a:pt x="267213" y="78999"/>
                    <a:pt x="273785" y="71474"/>
                    <a:pt x="284072" y="68902"/>
                  </a:cubicBezTo>
                  <a:cubicBezTo>
                    <a:pt x="385132" y="43947"/>
                    <a:pt x="441806" y="61759"/>
                    <a:pt x="469048" y="70236"/>
                  </a:cubicBezTo>
                  <a:cubicBezTo>
                    <a:pt x="475048" y="72141"/>
                    <a:pt x="480287" y="73760"/>
                    <a:pt x="482859" y="73855"/>
                  </a:cubicBezTo>
                  <a:cubicBezTo>
                    <a:pt x="492574" y="74236"/>
                    <a:pt x="503623" y="69188"/>
                    <a:pt x="510386" y="65378"/>
                  </a:cubicBezTo>
                  <a:lnTo>
                    <a:pt x="508386" y="61759"/>
                  </a:lnTo>
                  <a:cubicBezTo>
                    <a:pt x="503719" y="53281"/>
                    <a:pt x="507433" y="42232"/>
                    <a:pt x="516577" y="37184"/>
                  </a:cubicBezTo>
                  <a:lnTo>
                    <a:pt x="566393" y="9562"/>
                  </a:lnTo>
                  <a:cubicBezTo>
                    <a:pt x="570679" y="7180"/>
                    <a:pt x="575632" y="6418"/>
                    <a:pt x="580204" y="7371"/>
                  </a:cubicBezTo>
                  <a:cubicBezTo>
                    <a:pt x="585062" y="8419"/>
                    <a:pt x="589253" y="11467"/>
                    <a:pt x="591539" y="15658"/>
                  </a:cubicBezTo>
                  <a:lnTo>
                    <a:pt x="687932" y="189775"/>
                  </a:lnTo>
                  <a:cubicBezTo>
                    <a:pt x="690218" y="193966"/>
                    <a:pt x="690599" y="199109"/>
                    <a:pt x="688885" y="203776"/>
                  </a:cubicBezTo>
                  <a:cubicBezTo>
                    <a:pt x="687265" y="208158"/>
                    <a:pt x="684027" y="211968"/>
                    <a:pt x="679741" y="214349"/>
                  </a:cubicBezTo>
                  <a:lnTo>
                    <a:pt x="629925" y="241876"/>
                  </a:lnTo>
                  <a:cubicBezTo>
                    <a:pt x="625639" y="244258"/>
                    <a:pt x="620686" y="245020"/>
                    <a:pt x="616114" y="244067"/>
                  </a:cubicBezTo>
                  <a:cubicBezTo>
                    <a:pt x="611256" y="243019"/>
                    <a:pt x="607065" y="239971"/>
                    <a:pt x="604779" y="235780"/>
                  </a:cubicBezTo>
                  <a:lnTo>
                    <a:pt x="604207" y="234733"/>
                  </a:lnTo>
                  <a:cubicBezTo>
                    <a:pt x="589634" y="251878"/>
                    <a:pt x="559726" y="273118"/>
                    <a:pt x="552677" y="277976"/>
                  </a:cubicBezTo>
                  <a:cubicBezTo>
                    <a:pt x="551534" y="279024"/>
                    <a:pt x="550105" y="279405"/>
                    <a:pt x="548677" y="279405"/>
                  </a:cubicBezTo>
                  <a:close/>
                  <a:moveTo>
                    <a:pt x="340746" y="124528"/>
                  </a:moveTo>
                  <a:cubicBezTo>
                    <a:pt x="341889" y="124528"/>
                    <a:pt x="342937" y="124814"/>
                    <a:pt x="343984" y="125290"/>
                  </a:cubicBezTo>
                  <a:cubicBezTo>
                    <a:pt x="344651" y="125671"/>
                    <a:pt x="412564" y="159961"/>
                    <a:pt x="456284" y="189679"/>
                  </a:cubicBezTo>
                  <a:cubicBezTo>
                    <a:pt x="507529" y="224541"/>
                    <a:pt x="538580" y="252544"/>
                    <a:pt x="549439" y="262927"/>
                  </a:cubicBezTo>
                  <a:cubicBezTo>
                    <a:pt x="567441" y="249973"/>
                    <a:pt x="590396" y="231304"/>
                    <a:pt x="596778" y="221302"/>
                  </a:cubicBezTo>
                  <a:lnTo>
                    <a:pt x="584395" y="199014"/>
                  </a:lnTo>
                  <a:lnTo>
                    <a:pt x="516577" y="78332"/>
                  </a:lnTo>
                  <a:cubicBezTo>
                    <a:pt x="508862" y="82618"/>
                    <a:pt x="495337" y="88524"/>
                    <a:pt x="482383" y="88143"/>
                  </a:cubicBezTo>
                  <a:cubicBezTo>
                    <a:pt x="477906" y="87952"/>
                    <a:pt x="472477" y="86238"/>
                    <a:pt x="464857" y="83857"/>
                  </a:cubicBezTo>
                  <a:cubicBezTo>
                    <a:pt x="438853" y="75665"/>
                    <a:pt x="384656" y="58806"/>
                    <a:pt x="287596" y="82714"/>
                  </a:cubicBezTo>
                  <a:cubicBezTo>
                    <a:pt x="281691" y="84142"/>
                    <a:pt x="277595" y="88905"/>
                    <a:pt x="277500" y="89000"/>
                  </a:cubicBezTo>
                  <a:cubicBezTo>
                    <a:pt x="271309" y="97668"/>
                    <a:pt x="241972" y="148722"/>
                    <a:pt x="224922" y="178821"/>
                  </a:cubicBezTo>
                  <a:cubicBezTo>
                    <a:pt x="229399" y="181488"/>
                    <a:pt x="237590" y="184631"/>
                    <a:pt x="249020" y="183012"/>
                  </a:cubicBezTo>
                  <a:cubicBezTo>
                    <a:pt x="297502" y="176059"/>
                    <a:pt x="303884" y="139768"/>
                    <a:pt x="304075" y="138244"/>
                  </a:cubicBezTo>
                  <a:cubicBezTo>
                    <a:pt x="304551" y="135006"/>
                    <a:pt x="307313" y="132434"/>
                    <a:pt x="310552" y="132244"/>
                  </a:cubicBezTo>
                  <a:cubicBezTo>
                    <a:pt x="310742" y="132244"/>
                    <a:pt x="327506" y="130910"/>
                    <a:pt x="337222" y="125386"/>
                  </a:cubicBezTo>
                  <a:cubicBezTo>
                    <a:pt x="338365" y="124909"/>
                    <a:pt x="339603" y="124528"/>
                    <a:pt x="340746" y="124528"/>
                  </a:cubicBezTo>
                  <a:close/>
                  <a:moveTo>
                    <a:pt x="611827" y="219016"/>
                  </a:moveTo>
                  <a:lnTo>
                    <a:pt x="617352" y="229018"/>
                  </a:lnTo>
                  <a:cubicBezTo>
                    <a:pt x="617733" y="229780"/>
                    <a:pt x="618590" y="230065"/>
                    <a:pt x="619162" y="230256"/>
                  </a:cubicBezTo>
                  <a:cubicBezTo>
                    <a:pt x="620400" y="230446"/>
                    <a:pt x="621829" y="230256"/>
                    <a:pt x="623067" y="229589"/>
                  </a:cubicBezTo>
                  <a:lnTo>
                    <a:pt x="672883" y="201967"/>
                  </a:lnTo>
                  <a:cubicBezTo>
                    <a:pt x="674121" y="201300"/>
                    <a:pt x="675169" y="200157"/>
                    <a:pt x="675550" y="199014"/>
                  </a:cubicBezTo>
                  <a:cubicBezTo>
                    <a:pt x="675740" y="198442"/>
                    <a:pt x="675931" y="197585"/>
                    <a:pt x="675550" y="196823"/>
                  </a:cubicBezTo>
                  <a:cubicBezTo>
                    <a:pt x="675550" y="196823"/>
                    <a:pt x="675550" y="196823"/>
                    <a:pt x="675550" y="196823"/>
                  </a:cubicBezTo>
                  <a:lnTo>
                    <a:pt x="579157" y="22706"/>
                  </a:lnTo>
                  <a:cubicBezTo>
                    <a:pt x="578776" y="21944"/>
                    <a:pt x="577918" y="21658"/>
                    <a:pt x="577347" y="21468"/>
                  </a:cubicBezTo>
                  <a:cubicBezTo>
                    <a:pt x="576109" y="21182"/>
                    <a:pt x="574680" y="21468"/>
                    <a:pt x="573442" y="22135"/>
                  </a:cubicBezTo>
                  <a:lnTo>
                    <a:pt x="523626" y="49757"/>
                  </a:lnTo>
                  <a:cubicBezTo>
                    <a:pt x="521149" y="51091"/>
                    <a:pt x="520292" y="53567"/>
                    <a:pt x="520959" y="54901"/>
                  </a:cubicBezTo>
                  <a:lnTo>
                    <a:pt x="611161" y="217397"/>
                  </a:lnTo>
                  <a:cubicBezTo>
                    <a:pt x="611446" y="217969"/>
                    <a:pt x="611637" y="218445"/>
                    <a:pt x="611827" y="219016"/>
                  </a:cubicBezTo>
                  <a:close/>
                  <a:moveTo>
                    <a:pt x="68902" y="242067"/>
                  </a:moveTo>
                  <a:cubicBezTo>
                    <a:pt x="65664" y="242067"/>
                    <a:pt x="62521" y="241210"/>
                    <a:pt x="59663" y="239686"/>
                  </a:cubicBezTo>
                  <a:lnTo>
                    <a:pt x="9847" y="212158"/>
                  </a:lnTo>
                  <a:cubicBezTo>
                    <a:pt x="608" y="207015"/>
                    <a:pt x="-2726" y="195394"/>
                    <a:pt x="2418" y="186155"/>
                  </a:cubicBezTo>
                  <a:cubicBezTo>
                    <a:pt x="2418" y="186155"/>
                    <a:pt x="2418" y="186155"/>
                    <a:pt x="2418" y="186155"/>
                  </a:cubicBezTo>
                  <a:lnTo>
                    <a:pt x="100335" y="9847"/>
                  </a:lnTo>
                  <a:cubicBezTo>
                    <a:pt x="105478" y="608"/>
                    <a:pt x="117099" y="-2726"/>
                    <a:pt x="126243" y="2418"/>
                  </a:cubicBezTo>
                  <a:lnTo>
                    <a:pt x="176059" y="30040"/>
                  </a:lnTo>
                  <a:cubicBezTo>
                    <a:pt x="180535" y="32517"/>
                    <a:pt x="183774" y="36613"/>
                    <a:pt x="185203" y="41470"/>
                  </a:cubicBezTo>
                  <a:cubicBezTo>
                    <a:pt x="186631" y="46328"/>
                    <a:pt x="186060" y="51567"/>
                    <a:pt x="183583" y="55948"/>
                  </a:cubicBezTo>
                  <a:lnTo>
                    <a:pt x="85571" y="232256"/>
                  </a:lnTo>
                  <a:cubicBezTo>
                    <a:pt x="83095" y="236733"/>
                    <a:pt x="78999" y="239971"/>
                    <a:pt x="74141" y="241400"/>
                  </a:cubicBezTo>
                  <a:cubicBezTo>
                    <a:pt x="72427" y="241781"/>
                    <a:pt x="70617" y="242067"/>
                    <a:pt x="68902" y="242067"/>
                  </a:cubicBezTo>
                  <a:close/>
                  <a:moveTo>
                    <a:pt x="14896" y="193013"/>
                  </a:moveTo>
                  <a:cubicBezTo>
                    <a:pt x="13657" y="195299"/>
                    <a:pt x="14419" y="198252"/>
                    <a:pt x="16801" y="199585"/>
                  </a:cubicBezTo>
                  <a:lnTo>
                    <a:pt x="66616" y="227113"/>
                  </a:lnTo>
                  <a:cubicBezTo>
                    <a:pt x="67759" y="227779"/>
                    <a:pt x="69093" y="227875"/>
                    <a:pt x="70236" y="227494"/>
                  </a:cubicBezTo>
                  <a:cubicBezTo>
                    <a:pt x="71474" y="227113"/>
                    <a:pt x="72522" y="226351"/>
                    <a:pt x="73093" y="225208"/>
                  </a:cubicBezTo>
                  <a:lnTo>
                    <a:pt x="171106" y="48900"/>
                  </a:lnTo>
                  <a:cubicBezTo>
                    <a:pt x="171677" y="47757"/>
                    <a:pt x="171868" y="46519"/>
                    <a:pt x="171487" y="45280"/>
                  </a:cubicBezTo>
                  <a:cubicBezTo>
                    <a:pt x="171106" y="44042"/>
                    <a:pt x="170344" y="42994"/>
                    <a:pt x="169201" y="42423"/>
                  </a:cubicBezTo>
                  <a:lnTo>
                    <a:pt x="119385" y="14800"/>
                  </a:lnTo>
                  <a:cubicBezTo>
                    <a:pt x="117099" y="13562"/>
                    <a:pt x="114146" y="14324"/>
                    <a:pt x="112813" y="16705"/>
                  </a:cubicBezTo>
                  <a:lnTo>
                    <a:pt x="14896" y="193013"/>
                  </a:lnTo>
                  <a:lnTo>
                    <a:pt x="14896" y="193013"/>
                  </a:lnTo>
                  <a:close/>
                </a:path>
              </a:pathLst>
            </a:custGeom>
            <a:grpFill/>
            <a:ln w="9525" cap="flat">
              <a:solidFill>
                <a:srgbClr val="7F7F7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A5B5E"/>
                </a:solidFill>
                <a:effectLst/>
                <a:uLnTx/>
                <a:uFillTx/>
                <a:latin typeface="Source Sans Pro"/>
                <a:ea typeface="+mn-ea"/>
                <a:cs typeface="Arial"/>
              </a:endParaRPr>
            </a:p>
          </p:txBody>
        </p:sp>
      </p:grpSp>
      <p:cxnSp>
        <p:nvCxnSpPr>
          <p:cNvPr id="16" name="Straight Connector 15">
            <a:extLst>
              <a:ext uri="{FF2B5EF4-FFF2-40B4-BE49-F238E27FC236}">
                <a16:creationId xmlns:a16="http://schemas.microsoft.com/office/drawing/2014/main" id="{B8FA77AB-5D8D-2A1D-CE84-B8084317162B}"/>
              </a:ext>
            </a:extLst>
          </p:cNvPr>
          <p:cNvCxnSpPr>
            <a:cxnSpLocks/>
          </p:cNvCxnSpPr>
          <p:nvPr/>
        </p:nvCxnSpPr>
        <p:spPr>
          <a:xfrm>
            <a:off x="1380106" y="955679"/>
            <a:ext cx="7535294" cy="0"/>
          </a:xfrm>
          <a:prstGeom prst="line">
            <a:avLst/>
          </a:prstGeom>
          <a:noFill/>
          <a:ln w="25400" cap="flat" cmpd="sng" algn="ctr">
            <a:solidFill>
              <a:srgbClr val="000066"/>
            </a:solidFill>
            <a:prstDash val="solid"/>
          </a:ln>
          <a:effectLst>
            <a:outerShdw blurRad="40000" dist="20000" dir="5400000" rotWithShape="0">
              <a:srgbClr val="000000">
                <a:alpha val="38000"/>
              </a:srgbClr>
            </a:outerShdw>
          </a:effectLst>
        </p:spPr>
      </p:cxnSp>
      <p:sp>
        <p:nvSpPr>
          <p:cNvPr id="17" name="TextBox 16">
            <a:extLst>
              <a:ext uri="{FF2B5EF4-FFF2-40B4-BE49-F238E27FC236}">
                <a16:creationId xmlns:a16="http://schemas.microsoft.com/office/drawing/2014/main" id="{8B313AF2-09A3-1916-387C-213109D5D57C}"/>
              </a:ext>
            </a:extLst>
          </p:cNvPr>
          <p:cNvSpPr txBox="1"/>
          <p:nvPr/>
        </p:nvSpPr>
        <p:spPr>
          <a:xfrm>
            <a:off x="228600" y="832569"/>
            <a:ext cx="1290051" cy="246221"/>
          </a:xfrm>
          <a:prstGeom prst="rect">
            <a:avLst/>
          </a:prstGeom>
          <a:solidFill>
            <a:sysClr val="window" lastClr="FFFFFF"/>
          </a:solid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66"/>
                </a:solidFill>
                <a:effectLst/>
                <a:uLnTx/>
                <a:uFillTx/>
                <a:latin typeface="+mj-lt"/>
                <a:cs typeface="Times New Roman" panose="02020603050405020304" pitchFamily="18" charset="0"/>
              </a:rPr>
              <a:t>Who We Are</a:t>
            </a:r>
          </a:p>
        </p:txBody>
      </p:sp>
      <p:sp>
        <p:nvSpPr>
          <p:cNvPr id="20" name="TextBox 19">
            <a:extLst>
              <a:ext uri="{FF2B5EF4-FFF2-40B4-BE49-F238E27FC236}">
                <a16:creationId xmlns:a16="http://schemas.microsoft.com/office/drawing/2014/main" id="{C806C5AF-4026-6A55-BB50-4B26074A9E0F}"/>
              </a:ext>
            </a:extLst>
          </p:cNvPr>
          <p:cNvSpPr txBox="1"/>
          <p:nvPr/>
        </p:nvSpPr>
        <p:spPr>
          <a:xfrm>
            <a:off x="2024009" y="1063981"/>
            <a:ext cx="6891391" cy="1384995"/>
          </a:xfrm>
          <a:prstGeom prst="rect">
            <a:avLst/>
          </a:prstGeom>
          <a:noFill/>
        </p:spPr>
        <p:txBody>
          <a:bodyPr wrap="square" lIns="0" rIns="0">
            <a:spAutoFit/>
          </a:bodyPr>
          <a:lstStyle/>
          <a:p>
            <a:pPr marL="285750" indent="-285750" algn="just">
              <a:buFont typeface="Wingdings" panose="05000000000000000000" pitchFamily="2" charset="2"/>
              <a:buChar char="§"/>
            </a:pPr>
            <a:r>
              <a:rPr lang="en-US" sz="1400" dirty="0">
                <a:solidFill>
                  <a:prstClr val="black"/>
                </a:solidFill>
                <a:latin typeface="+mj-lt"/>
                <a:cs typeface="Times New Roman" panose="02020603050405020304" pitchFamily="18" charset="0"/>
              </a:rPr>
              <a:t>Dallas‑based investment firm focused on building leading lower middle market industrial businesses by investing alongside founders, families, and entrepreneurs</a:t>
            </a:r>
          </a:p>
          <a:p>
            <a:pPr marL="285750" indent="-285750" algn="just">
              <a:buFont typeface="Wingdings" panose="05000000000000000000" pitchFamily="2" charset="2"/>
              <a:buChar char="§"/>
            </a:pPr>
            <a:r>
              <a:rPr lang="en-US" sz="1400" dirty="0">
                <a:solidFill>
                  <a:prstClr val="black"/>
                </a:solidFill>
                <a:latin typeface="+mj-lt"/>
                <a:cs typeface="Times New Roman" panose="02020603050405020304" pitchFamily="18" charset="0"/>
              </a:rPr>
              <a:t>Founded in 2016 with a long-term, growth-oriented investment philosophy</a:t>
            </a:r>
          </a:p>
          <a:p>
            <a:pPr marL="285750" indent="-285750" algn="just">
              <a:buFont typeface="Wingdings" panose="05000000000000000000" pitchFamily="2" charset="2"/>
              <a:buChar char="§"/>
            </a:pPr>
            <a:r>
              <a:rPr lang="en-US" sz="1400" dirty="0">
                <a:solidFill>
                  <a:prstClr val="black"/>
                </a:solidFill>
                <a:latin typeface="+mj-lt"/>
                <a:cs typeface="Times New Roman" panose="02020603050405020304" pitchFamily="18" charset="0"/>
              </a:rPr>
              <a:t>Experienced team with a deep history of partnering with companies through growth and transition, including founder succession, leadership development, and professionalization</a:t>
            </a:r>
          </a:p>
          <a:p>
            <a:pPr marL="285750" indent="-285750" algn="just">
              <a:buFont typeface="Wingdings" panose="05000000000000000000" pitchFamily="2" charset="2"/>
              <a:buChar char="§"/>
            </a:pPr>
            <a:r>
              <a:rPr lang="en-US" sz="1400" dirty="0">
                <a:solidFill>
                  <a:prstClr val="black"/>
                </a:solidFill>
                <a:latin typeface="+mj-lt"/>
                <a:cs typeface="Times New Roman" panose="02020603050405020304" pitchFamily="18" charset="0"/>
              </a:rPr>
              <a:t>Active investors with a track record of building multi-acquisition platforms</a:t>
            </a:r>
          </a:p>
        </p:txBody>
      </p:sp>
      <p:pic>
        <p:nvPicPr>
          <p:cNvPr id="74" name="Graphic 73" descr="Information with solid fill">
            <a:extLst>
              <a:ext uri="{FF2B5EF4-FFF2-40B4-BE49-F238E27FC236}">
                <a16:creationId xmlns:a16="http://schemas.microsoft.com/office/drawing/2014/main" id="{798213BC-D08A-4ACE-24F1-D348B06EF95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4179" y="1202024"/>
            <a:ext cx="1106424" cy="1106424"/>
          </a:xfrm>
          <a:prstGeom prst="rect">
            <a:avLst/>
          </a:prstGeom>
        </p:spPr>
      </p:pic>
    </p:spTree>
    <p:extLst>
      <p:ext uri="{BB962C8B-B14F-4D97-AF65-F5344CB8AC3E}">
        <p14:creationId xmlns:p14="http://schemas.microsoft.com/office/powerpoint/2010/main" val="3550295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A96F804-6F7F-64FE-3962-DB4E8F4C5065}"/>
              </a:ext>
            </a:extLst>
          </p:cNvPr>
          <p:cNvSpPr>
            <a:spLocks noGrp="1"/>
          </p:cNvSpPr>
          <p:nvPr>
            <p:ph type="sldNum" sz="quarter" idx="31"/>
          </p:nvPr>
        </p:nvSpPr>
        <p:spPr/>
        <p:txBody>
          <a:bodyPr/>
          <a:lstStyle/>
          <a:p>
            <a:fld id="{7E3C215A-CA0B-463C-9D89-24248B22F3D6}" type="slidenum">
              <a:rPr lang="en-US" smtClean="0"/>
              <a:pPr/>
              <a:t>3</a:t>
            </a:fld>
            <a:endParaRPr lang="en-US" dirty="0"/>
          </a:p>
        </p:txBody>
      </p:sp>
      <p:sp>
        <p:nvSpPr>
          <p:cNvPr id="5" name="Title 4">
            <a:extLst>
              <a:ext uri="{FF2B5EF4-FFF2-40B4-BE49-F238E27FC236}">
                <a16:creationId xmlns:a16="http://schemas.microsoft.com/office/drawing/2014/main" id="{4A1E04C3-3690-9FF9-035C-6834A3685A0C}"/>
              </a:ext>
            </a:extLst>
          </p:cNvPr>
          <p:cNvSpPr>
            <a:spLocks noGrp="1"/>
          </p:cNvSpPr>
          <p:nvPr>
            <p:ph type="title"/>
          </p:nvPr>
        </p:nvSpPr>
        <p:spPr/>
        <p:txBody>
          <a:bodyPr/>
          <a:lstStyle/>
          <a:p>
            <a:r>
              <a:rPr lang="en-US" dirty="0"/>
              <a:t>The DalFort Team</a:t>
            </a:r>
          </a:p>
        </p:txBody>
      </p:sp>
      <p:cxnSp>
        <p:nvCxnSpPr>
          <p:cNvPr id="8" name="Straight Connector 7">
            <a:extLst>
              <a:ext uri="{FF2B5EF4-FFF2-40B4-BE49-F238E27FC236}">
                <a16:creationId xmlns:a16="http://schemas.microsoft.com/office/drawing/2014/main" id="{D093AF37-6F44-3255-7F68-21C19F378053}"/>
              </a:ext>
            </a:extLst>
          </p:cNvPr>
          <p:cNvCxnSpPr>
            <a:cxnSpLocks/>
          </p:cNvCxnSpPr>
          <p:nvPr/>
        </p:nvCxnSpPr>
        <p:spPr>
          <a:xfrm>
            <a:off x="228599" y="2612136"/>
            <a:ext cx="86868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2944C2B-6D30-5D43-3136-A9156368817C}"/>
              </a:ext>
            </a:extLst>
          </p:cNvPr>
          <p:cNvCxnSpPr>
            <a:cxnSpLocks/>
          </p:cNvCxnSpPr>
          <p:nvPr/>
        </p:nvCxnSpPr>
        <p:spPr>
          <a:xfrm>
            <a:off x="228599" y="4465320"/>
            <a:ext cx="8686801"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4E503597-44C4-170B-C162-A665B4B608A4}"/>
              </a:ext>
            </a:extLst>
          </p:cNvPr>
          <p:cNvGrpSpPr/>
          <p:nvPr/>
        </p:nvGrpSpPr>
        <p:grpSpPr>
          <a:xfrm>
            <a:off x="4666059" y="984504"/>
            <a:ext cx="2174793" cy="1412126"/>
            <a:chOff x="4803631" y="984504"/>
            <a:chExt cx="2174793" cy="1412126"/>
          </a:xfrm>
        </p:grpSpPr>
        <p:pic>
          <p:nvPicPr>
            <p:cNvPr id="20" name="Picture 19" descr="A picture containing person, wall, person, standing&#10;&#10;Description automatically generated">
              <a:extLst>
                <a:ext uri="{FF2B5EF4-FFF2-40B4-BE49-F238E27FC236}">
                  <a16:creationId xmlns:a16="http://schemas.microsoft.com/office/drawing/2014/main" id="{AECC0F1B-FEF6-D31C-4034-C0FD147DE4ED}"/>
                </a:ext>
              </a:extLst>
            </p:cNvPr>
            <p:cNvPicPr>
              <a:picLocks noChangeAspect="1"/>
            </p:cNvPicPr>
            <p:nvPr/>
          </p:nvPicPr>
          <p:blipFill rotWithShape="1">
            <a:blip r:embed="rId2" cstate="print">
              <a:duotone>
                <a:prstClr val="black"/>
                <a:schemeClr val="tx1">
                  <a:tint val="45000"/>
                  <a:satMod val="400000"/>
                </a:schemeClr>
              </a:duotone>
              <a:extLst>
                <a:ext uri="{28A0092B-C50C-407E-A947-70E740481C1C}">
                  <a14:useLocalDpi xmlns:a14="http://schemas.microsoft.com/office/drawing/2010/main" val="0"/>
                </a:ext>
              </a:extLst>
            </a:blip>
            <a:srcRect t="5242" b="5242"/>
            <a:stretch/>
          </p:blipFill>
          <p:spPr>
            <a:xfrm>
              <a:off x="4803631" y="984504"/>
              <a:ext cx="1051560" cy="1412126"/>
            </a:xfrm>
            <a:prstGeom prst="rect">
              <a:avLst/>
            </a:prstGeom>
          </p:spPr>
        </p:pic>
        <p:sp>
          <p:nvSpPr>
            <p:cNvPr id="21" name="TextBox 20">
              <a:extLst>
                <a:ext uri="{FF2B5EF4-FFF2-40B4-BE49-F238E27FC236}">
                  <a16:creationId xmlns:a16="http://schemas.microsoft.com/office/drawing/2014/main" id="{EBBF6732-64F7-78BA-45CF-7075A27B381C}"/>
                </a:ext>
              </a:extLst>
            </p:cNvPr>
            <p:cNvSpPr txBox="1"/>
            <p:nvPr/>
          </p:nvSpPr>
          <p:spPr>
            <a:xfrm>
              <a:off x="5819407" y="984504"/>
              <a:ext cx="1159017" cy="1200329"/>
            </a:xfrm>
            <a:prstGeom prst="rect">
              <a:avLst/>
            </a:prstGeom>
            <a:noFill/>
          </p:spPr>
          <p:txBody>
            <a:bodyPr wrap="square" tIns="0" rtlCol="0">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sz="800" b="1" i="0" strike="noStrike" kern="1200" cap="none" spc="0" normalizeH="0" baseline="0" noProof="0" dirty="0">
                  <a:ln>
                    <a:noFill/>
                  </a:ln>
                  <a:solidFill>
                    <a:srgbClr val="000000"/>
                  </a:solidFill>
                  <a:effectLst/>
                  <a:uLnTx/>
                  <a:uFillTx/>
                  <a:latin typeface="+mj-lt"/>
                  <a:ea typeface="+mn-ea"/>
                  <a:cs typeface="Arial" pitchFamily="34" charset="0"/>
                </a:rPr>
                <a:t>Hillary Brown</a:t>
              </a:r>
            </a:p>
            <a:p>
              <a:pPr marL="0" marR="0" lvl="0" indent="0" algn="just" defTabSz="914400" rtl="0" eaLnBrk="0" fontAlgn="base" latinLnBrk="0" hangingPunct="0">
                <a:lnSpc>
                  <a:spcPct val="100000"/>
                </a:lnSpc>
                <a:spcBef>
                  <a:spcPct val="0"/>
                </a:spcBef>
                <a:spcAft>
                  <a:spcPct val="0"/>
                </a:spcAft>
                <a:buClrTx/>
                <a:buSzTx/>
                <a:buFontTx/>
                <a:buNone/>
                <a:tabLst/>
                <a:defRPr/>
              </a:pPr>
              <a:r>
                <a:rPr lang="en-US" sz="800" i="1" dirty="0">
                  <a:solidFill>
                    <a:srgbClr val="000000"/>
                  </a:solidFill>
                  <a:latin typeface="+mj-lt"/>
                </a:rPr>
                <a:t>Chief Financial Officer</a:t>
              </a:r>
              <a:endParaRPr kumimoji="0" lang="en-US" sz="600" i="1" strike="noStrike" kern="1200" cap="none" spc="0" normalizeH="0" baseline="0" noProof="0" dirty="0">
                <a:ln>
                  <a:noFill/>
                </a:ln>
                <a:solidFill>
                  <a:srgbClr val="000000"/>
                </a:solidFill>
                <a:effectLst/>
                <a:uLnTx/>
                <a:uFillTx/>
                <a:latin typeface="+mj-lt"/>
                <a:ea typeface="+mn-ea"/>
                <a:cs typeface="Arial" pitchFamily="34" charset="0"/>
              </a:endParaRPr>
            </a:p>
            <a:p>
              <a:pPr marR="0" lvl="0" algn="just" defTabSz="914400" rtl="0" eaLnBrk="0" fontAlgn="base" latinLnBrk="0" hangingPunct="0">
                <a:lnSpc>
                  <a:spcPct val="100000"/>
                </a:lnSpc>
                <a:spcBef>
                  <a:spcPct val="0"/>
                </a:spcBef>
                <a:spcAft>
                  <a:spcPct val="0"/>
                </a:spcAft>
                <a:buClrTx/>
                <a:buSzTx/>
                <a:tabLst/>
                <a:defRPr/>
              </a:pPr>
              <a:endParaRPr lang="en-US" sz="500" u="sng" dirty="0">
                <a:solidFill>
                  <a:srgbClr val="000000"/>
                </a:solidFill>
                <a:latin typeface="+mj-lt"/>
              </a:endParaRPr>
            </a:p>
            <a:p>
              <a:pPr marR="0" lvl="0" algn="just" defTabSz="914400" rtl="0" eaLnBrk="0" fontAlgn="base" latinLnBrk="0" hangingPunct="0">
                <a:lnSpc>
                  <a:spcPct val="100000"/>
                </a:lnSpc>
                <a:spcBef>
                  <a:spcPct val="0"/>
                </a:spcBef>
                <a:spcAft>
                  <a:spcPct val="0"/>
                </a:spcAft>
                <a:buClrTx/>
                <a:buSzTx/>
                <a:tabLst/>
                <a:defRPr/>
              </a:pPr>
              <a:r>
                <a:rPr lang="en-US" sz="650" u="sng" dirty="0">
                  <a:solidFill>
                    <a:srgbClr val="000000"/>
                  </a:solidFill>
                  <a:latin typeface="+mj-lt"/>
                </a:rPr>
                <a:t>Education</a:t>
              </a:r>
            </a:p>
            <a:p>
              <a:pPr marR="0" lvl="0" algn="just" defTabSz="914400" rtl="0" eaLnBrk="0" fontAlgn="base" latinLnBrk="0" hangingPunct="0">
                <a:lnSpc>
                  <a:spcPct val="100000"/>
                </a:lnSpc>
                <a:spcBef>
                  <a:spcPct val="0"/>
                </a:spcBef>
                <a:spcAft>
                  <a:spcPct val="0"/>
                </a:spcAft>
                <a:buClrTx/>
                <a:buSzTx/>
                <a:tabLst/>
                <a:defRPr/>
              </a:pPr>
              <a:r>
                <a:rPr lang="en-US" sz="650" dirty="0">
                  <a:solidFill>
                    <a:srgbClr val="000000"/>
                  </a:solidFill>
                  <a:latin typeface="+mj-lt"/>
                </a:rPr>
                <a:t>BBA Texas A&amp;M</a:t>
              </a:r>
            </a:p>
            <a:p>
              <a:pPr marR="0" lvl="0" algn="just" defTabSz="914400" rtl="0" eaLnBrk="0" fontAlgn="base" latinLnBrk="0" hangingPunct="0">
                <a:lnSpc>
                  <a:spcPct val="100000"/>
                </a:lnSpc>
                <a:spcBef>
                  <a:spcPct val="0"/>
                </a:spcBef>
                <a:spcAft>
                  <a:spcPct val="0"/>
                </a:spcAft>
                <a:buClrTx/>
                <a:buSzTx/>
                <a:tabLst/>
                <a:defRPr/>
              </a:pPr>
              <a:r>
                <a:rPr kumimoji="0" lang="en-US" sz="650" strike="noStrike" kern="1200" cap="none" spc="0" normalizeH="0" baseline="0" noProof="0" dirty="0">
                  <a:ln>
                    <a:noFill/>
                  </a:ln>
                  <a:solidFill>
                    <a:srgbClr val="000000"/>
                  </a:solidFill>
                  <a:effectLst/>
                  <a:uLnTx/>
                  <a:uFillTx/>
                  <a:latin typeface="+mj-lt"/>
                  <a:ea typeface="+mn-ea"/>
                  <a:cs typeface="Arial" pitchFamily="34" charset="0"/>
                </a:rPr>
                <a:t>MS Texas A&amp;M</a:t>
              </a:r>
            </a:p>
            <a:p>
              <a:pPr marR="0" lvl="0" algn="just" defTabSz="914400" rtl="0" eaLnBrk="0" fontAlgn="base" latinLnBrk="0" hangingPunct="0">
                <a:lnSpc>
                  <a:spcPct val="100000"/>
                </a:lnSpc>
                <a:spcBef>
                  <a:spcPct val="0"/>
                </a:spcBef>
                <a:spcAft>
                  <a:spcPct val="0"/>
                </a:spcAft>
                <a:buClrTx/>
                <a:buSzTx/>
                <a:tabLst/>
                <a:defRPr/>
              </a:pPr>
              <a:endParaRPr lang="en-US" sz="650" dirty="0">
                <a:solidFill>
                  <a:srgbClr val="000000"/>
                </a:solidFill>
                <a:latin typeface="+mj-lt"/>
              </a:endParaRPr>
            </a:p>
            <a:p>
              <a:pPr marR="0" lvl="0" algn="just" defTabSz="914400" rtl="0" eaLnBrk="0" fontAlgn="base" latinLnBrk="0" hangingPunct="0">
                <a:lnSpc>
                  <a:spcPct val="100000"/>
                </a:lnSpc>
                <a:spcBef>
                  <a:spcPct val="0"/>
                </a:spcBef>
                <a:spcAft>
                  <a:spcPct val="0"/>
                </a:spcAft>
                <a:buClrTx/>
                <a:buSzTx/>
                <a:tabLst/>
                <a:defRPr/>
              </a:pPr>
              <a:endParaRPr lang="en-US" sz="650" dirty="0">
                <a:solidFill>
                  <a:srgbClr val="000000"/>
                </a:solidFill>
                <a:latin typeface="+mj-lt"/>
              </a:endParaRPr>
            </a:p>
            <a:p>
              <a:pPr marR="0" lvl="0" algn="just" defTabSz="914400" rtl="0" eaLnBrk="0" fontAlgn="base" latinLnBrk="0" hangingPunct="0">
                <a:lnSpc>
                  <a:spcPct val="100000"/>
                </a:lnSpc>
                <a:spcBef>
                  <a:spcPct val="0"/>
                </a:spcBef>
                <a:spcAft>
                  <a:spcPct val="0"/>
                </a:spcAft>
                <a:buClrTx/>
                <a:buSzTx/>
                <a:tabLst/>
                <a:defRPr/>
              </a:pPr>
              <a:r>
                <a:rPr kumimoji="0" lang="en-US" sz="650" u="sng" strike="noStrike" kern="1200" cap="none" spc="0" normalizeH="0" baseline="0" noProof="0" dirty="0">
                  <a:ln>
                    <a:noFill/>
                  </a:ln>
                  <a:solidFill>
                    <a:srgbClr val="000000"/>
                  </a:solidFill>
                  <a:effectLst/>
                  <a:uLnTx/>
                  <a:uFillTx/>
                  <a:latin typeface="+mj-lt"/>
                  <a:ea typeface="+mn-ea"/>
                  <a:cs typeface="Arial" pitchFamily="34" charset="0"/>
                </a:rPr>
                <a:t>Past Experience</a:t>
              </a:r>
            </a:p>
            <a:p>
              <a:pPr marR="0" lvl="0" algn="just" defTabSz="914400" rtl="0" eaLnBrk="0" fontAlgn="base" latinLnBrk="0" hangingPunct="0">
                <a:lnSpc>
                  <a:spcPct val="100000"/>
                </a:lnSpc>
                <a:spcBef>
                  <a:spcPct val="0"/>
                </a:spcBef>
                <a:spcAft>
                  <a:spcPct val="0"/>
                </a:spcAft>
                <a:buClrTx/>
                <a:buSzTx/>
                <a:tabLst/>
                <a:defRPr/>
              </a:pPr>
              <a:r>
                <a:rPr lang="en-US" sz="650" dirty="0">
                  <a:solidFill>
                    <a:srgbClr val="000000"/>
                  </a:solidFill>
                  <a:latin typeface="+mj-lt"/>
                </a:rPr>
                <a:t>Ernst &amp; Young</a:t>
              </a:r>
            </a:p>
            <a:p>
              <a:pPr marR="0" lvl="0" algn="just" defTabSz="914400" rtl="0" eaLnBrk="0" fontAlgn="base" latinLnBrk="0" hangingPunct="0">
                <a:lnSpc>
                  <a:spcPct val="100000"/>
                </a:lnSpc>
                <a:spcBef>
                  <a:spcPct val="0"/>
                </a:spcBef>
                <a:spcAft>
                  <a:spcPct val="0"/>
                </a:spcAft>
                <a:buClrTx/>
                <a:buSzTx/>
                <a:tabLst/>
                <a:defRPr/>
              </a:pPr>
              <a:r>
                <a:rPr lang="en-US" sz="650" dirty="0">
                  <a:solidFill>
                    <a:srgbClr val="000000"/>
                  </a:solidFill>
                  <a:latin typeface="+mj-lt"/>
                </a:rPr>
                <a:t>Goldman Sachs</a:t>
              </a:r>
              <a:endParaRPr kumimoji="0" lang="en-US" sz="650" strike="noStrike" kern="1200" cap="none" spc="0" normalizeH="0" baseline="0" noProof="0" dirty="0">
                <a:ln>
                  <a:noFill/>
                </a:ln>
                <a:solidFill>
                  <a:srgbClr val="000000"/>
                </a:solidFill>
                <a:effectLst/>
                <a:uLnTx/>
                <a:uFillTx/>
                <a:latin typeface="+mj-lt"/>
                <a:ea typeface="+mn-ea"/>
                <a:cs typeface="Arial" pitchFamily="34" charset="0"/>
              </a:endParaRPr>
            </a:p>
          </p:txBody>
        </p:sp>
      </p:grpSp>
      <p:grpSp>
        <p:nvGrpSpPr>
          <p:cNvPr id="22" name="Group 21">
            <a:extLst>
              <a:ext uri="{FF2B5EF4-FFF2-40B4-BE49-F238E27FC236}">
                <a16:creationId xmlns:a16="http://schemas.microsoft.com/office/drawing/2014/main" id="{BF86FA52-04EE-17AA-D29A-A0DE957CB994}"/>
              </a:ext>
            </a:extLst>
          </p:cNvPr>
          <p:cNvGrpSpPr/>
          <p:nvPr/>
        </p:nvGrpSpPr>
        <p:grpSpPr>
          <a:xfrm>
            <a:off x="228599" y="984504"/>
            <a:ext cx="2213602" cy="1402080"/>
            <a:chOff x="471908" y="1317493"/>
            <a:chExt cx="2213602" cy="1402080"/>
          </a:xfrm>
        </p:grpSpPr>
        <p:pic>
          <p:nvPicPr>
            <p:cNvPr id="23" name="Picture 22" descr="A person wearing a suit and tie smiling at the camera&#10;&#10;Description automatically generated">
              <a:extLst>
                <a:ext uri="{FF2B5EF4-FFF2-40B4-BE49-F238E27FC236}">
                  <a16:creationId xmlns:a16="http://schemas.microsoft.com/office/drawing/2014/main" id="{5AF6EF38-1D9C-AE00-6378-171C3FB813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1908" y="1317493"/>
              <a:ext cx="1051560" cy="1402080"/>
            </a:xfrm>
            <a:prstGeom prst="rect">
              <a:avLst/>
            </a:prstGeom>
          </p:spPr>
        </p:pic>
        <p:sp>
          <p:nvSpPr>
            <p:cNvPr id="24" name="TextBox 23">
              <a:extLst>
                <a:ext uri="{FF2B5EF4-FFF2-40B4-BE49-F238E27FC236}">
                  <a16:creationId xmlns:a16="http://schemas.microsoft.com/office/drawing/2014/main" id="{BFC73CED-1CF6-C6DC-229B-54290824F441}"/>
                </a:ext>
              </a:extLst>
            </p:cNvPr>
            <p:cNvSpPr txBox="1"/>
            <p:nvPr/>
          </p:nvSpPr>
          <p:spPr>
            <a:xfrm>
              <a:off x="1493839" y="1317493"/>
              <a:ext cx="1191671" cy="1200329"/>
            </a:xfrm>
            <a:prstGeom prst="rect">
              <a:avLst/>
            </a:prstGeom>
            <a:noFill/>
          </p:spPr>
          <p:txBody>
            <a:bodyPr wrap="square" tIns="0" rtlCol="0">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sz="800" b="1" i="0" strike="noStrike" kern="1200" cap="none" spc="0" normalizeH="0" baseline="0" noProof="0" dirty="0">
                  <a:ln>
                    <a:noFill/>
                  </a:ln>
                  <a:solidFill>
                    <a:srgbClr val="000000"/>
                  </a:solidFill>
                  <a:effectLst/>
                  <a:uLnTx/>
                  <a:uFillTx/>
                  <a:latin typeface="+mj-lt"/>
                  <a:ea typeface="+mn-ea"/>
                  <a:cs typeface="Arial" pitchFamily="34" charset="0"/>
                </a:rPr>
                <a:t>Bryan Bailey</a:t>
              </a:r>
            </a:p>
            <a:p>
              <a:pPr marL="0" marR="0" lvl="0" indent="0" algn="just" defTabSz="914400" rtl="0" eaLnBrk="0" fontAlgn="base" latinLnBrk="0" hangingPunct="0">
                <a:lnSpc>
                  <a:spcPct val="100000"/>
                </a:lnSpc>
                <a:spcBef>
                  <a:spcPct val="0"/>
                </a:spcBef>
                <a:spcAft>
                  <a:spcPct val="0"/>
                </a:spcAft>
                <a:buClrTx/>
                <a:buSzTx/>
                <a:buFontTx/>
                <a:buNone/>
                <a:tabLst/>
                <a:defRPr/>
              </a:pPr>
              <a:r>
                <a:rPr lang="en-US" sz="800" i="1" dirty="0">
                  <a:solidFill>
                    <a:srgbClr val="000000"/>
                  </a:solidFill>
                  <a:latin typeface="+mj-lt"/>
                </a:rPr>
                <a:t>Partner</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US" sz="500" i="1" strike="noStrike" kern="1200" cap="none" spc="0" normalizeH="0" baseline="0" noProof="0" dirty="0">
                <a:ln>
                  <a:noFill/>
                </a:ln>
                <a:solidFill>
                  <a:srgbClr val="000000"/>
                </a:solidFill>
                <a:effectLst/>
                <a:uLnTx/>
                <a:uFillTx/>
                <a:latin typeface="+mj-lt"/>
                <a:ea typeface="+mn-ea"/>
                <a:cs typeface="Arial" pitchFamily="34" charset="0"/>
              </a:endParaRPr>
            </a:p>
            <a:p>
              <a:pPr marR="0" lvl="0" algn="just" defTabSz="914400" rtl="0" eaLnBrk="0" fontAlgn="base" latinLnBrk="0" hangingPunct="0">
                <a:lnSpc>
                  <a:spcPct val="100000"/>
                </a:lnSpc>
                <a:spcBef>
                  <a:spcPct val="0"/>
                </a:spcBef>
                <a:spcAft>
                  <a:spcPct val="0"/>
                </a:spcAft>
                <a:buClrTx/>
                <a:buSzTx/>
                <a:tabLst/>
                <a:defRPr/>
              </a:pPr>
              <a:r>
                <a:rPr lang="en-US" sz="650" u="sng" dirty="0">
                  <a:solidFill>
                    <a:srgbClr val="000000"/>
                  </a:solidFill>
                  <a:latin typeface="+mj-lt"/>
                </a:rPr>
                <a:t>Education</a:t>
              </a:r>
            </a:p>
            <a:p>
              <a:pPr marR="0" lvl="0" defTabSz="914400" rtl="0" eaLnBrk="0" fontAlgn="base" latinLnBrk="0" hangingPunct="0">
                <a:lnSpc>
                  <a:spcPct val="100000"/>
                </a:lnSpc>
                <a:spcBef>
                  <a:spcPct val="0"/>
                </a:spcBef>
                <a:spcAft>
                  <a:spcPct val="0"/>
                </a:spcAft>
                <a:buClrTx/>
                <a:buSzTx/>
                <a:tabLst/>
                <a:defRPr/>
              </a:pPr>
              <a:r>
                <a:rPr lang="en-US" sz="650" dirty="0">
                  <a:solidFill>
                    <a:srgbClr val="000000"/>
                  </a:solidFill>
                  <a:latin typeface="+mj-lt"/>
                </a:rPr>
                <a:t>BBA University of Central Arkansas </a:t>
              </a:r>
            </a:p>
            <a:p>
              <a:pPr marR="0" lvl="0" algn="just" defTabSz="914400" rtl="0" eaLnBrk="0" fontAlgn="base" latinLnBrk="0" hangingPunct="0">
                <a:lnSpc>
                  <a:spcPct val="100000"/>
                </a:lnSpc>
                <a:spcBef>
                  <a:spcPct val="0"/>
                </a:spcBef>
                <a:spcAft>
                  <a:spcPct val="0"/>
                </a:spcAft>
                <a:buClrTx/>
                <a:buSzTx/>
                <a:tabLst/>
                <a:defRPr/>
              </a:pPr>
              <a:r>
                <a:rPr kumimoji="0" lang="en-US" sz="650" strike="noStrike" kern="1200" cap="none" spc="0" normalizeH="0" baseline="0" noProof="0" dirty="0">
                  <a:ln>
                    <a:noFill/>
                  </a:ln>
                  <a:solidFill>
                    <a:srgbClr val="000000"/>
                  </a:solidFill>
                  <a:effectLst/>
                  <a:uLnTx/>
                  <a:uFillTx/>
                  <a:latin typeface="+mj-lt"/>
                  <a:ea typeface="+mn-ea"/>
                  <a:cs typeface="Arial" pitchFamily="34" charset="0"/>
                </a:rPr>
                <a:t>MBA SMU</a:t>
              </a:r>
            </a:p>
            <a:p>
              <a:pPr marR="0" lvl="0" algn="just" defTabSz="914400" rtl="0" eaLnBrk="0" fontAlgn="base" latinLnBrk="0" hangingPunct="0">
                <a:lnSpc>
                  <a:spcPct val="100000"/>
                </a:lnSpc>
                <a:spcBef>
                  <a:spcPct val="0"/>
                </a:spcBef>
                <a:spcAft>
                  <a:spcPct val="0"/>
                </a:spcAft>
                <a:buClrTx/>
                <a:buSzTx/>
                <a:tabLst/>
                <a:defRPr/>
              </a:pPr>
              <a:endParaRPr lang="en-US" sz="650" dirty="0">
                <a:solidFill>
                  <a:srgbClr val="000000"/>
                </a:solidFill>
                <a:latin typeface="+mj-lt"/>
              </a:endParaRPr>
            </a:p>
            <a:p>
              <a:pPr marR="0" lvl="0" algn="just" defTabSz="914400" rtl="0" eaLnBrk="0" fontAlgn="base" latinLnBrk="0" hangingPunct="0">
                <a:lnSpc>
                  <a:spcPct val="100000"/>
                </a:lnSpc>
                <a:spcBef>
                  <a:spcPct val="0"/>
                </a:spcBef>
                <a:spcAft>
                  <a:spcPct val="0"/>
                </a:spcAft>
                <a:buClrTx/>
                <a:buSzTx/>
                <a:tabLst/>
                <a:defRPr/>
              </a:pPr>
              <a:r>
                <a:rPr kumimoji="0" lang="en-US" sz="650" u="sng" strike="noStrike" kern="1200" cap="none" spc="0" normalizeH="0" baseline="0" noProof="0" dirty="0">
                  <a:ln>
                    <a:noFill/>
                  </a:ln>
                  <a:solidFill>
                    <a:srgbClr val="000000"/>
                  </a:solidFill>
                  <a:effectLst/>
                  <a:uLnTx/>
                  <a:uFillTx/>
                  <a:latin typeface="+mj-lt"/>
                  <a:ea typeface="+mn-ea"/>
                  <a:cs typeface="Arial" pitchFamily="34" charset="0"/>
                </a:rPr>
                <a:t>Past Experience</a:t>
              </a:r>
            </a:p>
            <a:p>
              <a:pPr marR="0" lvl="0" defTabSz="914400" rtl="0" eaLnBrk="0" fontAlgn="base" latinLnBrk="0" hangingPunct="0">
                <a:lnSpc>
                  <a:spcPct val="100000"/>
                </a:lnSpc>
                <a:spcBef>
                  <a:spcPct val="0"/>
                </a:spcBef>
                <a:spcAft>
                  <a:spcPct val="0"/>
                </a:spcAft>
                <a:buClrTx/>
                <a:buSzTx/>
                <a:tabLst/>
                <a:defRPr/>
              </a:pPr>
              <a:r>
                <a:rPr lang="en-US" sz="650" dirty="0">
                  <a:solidFill>
                    <a:srgbClr val="000000"/>
                  </a:solidFill>
                  <a:latin typeface="+mj-lt"/>
                </a:rPr>
                <a:t>Capital Southwest Corp. (NASDAQ:CSWC)</a:t>
              </a:r>
            </a:p>
          </p:txBody>
        </p:sp>
      </p:grpSp>
      <p:grpSp>
        <p:nvGrpSpPr>
          <p:cNvPr id="25" name="Group 24">
            <a:extLst>
              <a:ext uri="{FF2B5EF4-FFF2-40B4-BE49-F238E27FC236}">
                <a16:creationId xmlns:a16="http://schemas.microsoft.com/office/drawing/2014/main" id="{70046672-0606-513B-DBF3-AFBAFF9631AC}"/>
              </a:ext>
            </a:extLst>
          </p:cNvPr>
          <p:cNvGrpSpPr/>
          <p:nvPr/>
        </p:nvGrpSpPr>
        <p:grpSpPr>
          <a:xfrm>
            <a:off x="2419159" y="984504"/>
            <a:ext cx="2269942" cy="1469633"/>
            <a:chOff x="3522748" y="1317493"/>
            <a:chExt cx="2269942" cy="1469633"/>
          </a:xfrm>
        </p:grpSpPr>
        <p:pic>
          <p:nvPicPr>
            <p:cNvPr id="26" name="Picture 25">
              <a:extLst>
                <a:ext uri="{FF2B5EF4-FFF2-40B4-BE49-F238E27FC236}">
                  <a16:creationId xmlns:a16="http://schemas.microsoft.com/office/drawing/2014/main" id="{64555FF1-0D08-D460-B095-91DCD123E7A0}"/>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rcRect l="10835" t="6788" r="17084" b="28789"/>
            <a:stretch>
              <a:fillRect/>
            </a:stretch>
          </p:blipFill>
          <p:spPr>
            <a:xfrm>
              <a:off x="3522748" y="1317493"/>
              <a:ext cx="1051522" cy="1409023"/>
            </a:xfrm>
            <a:prstGeom prst="rect">
              <a:avLst/>
            </a:prstGeom>
          </p:spPr>
        </p:pic>
        <p:sp>
          <p:nvSpPr>
            <p:cNvPr id="27" name="TextBox 26">
              <a:extLst>
                <a:ext uri="{FF2B5EF4-FFF2-40B4-BE49-F238E27FC236}">
                  <a16:creationId xmlns:a16="http://schemas.microsoft.com/office/drawing/2014/main" id="{0254BD68-15CE-2BB8-B5FC-DB2662C2C88B}"/>
                </a:ext>
              </a:extLst>
            </p:cNvPr>
            <p:cNvSpPr txBox="1"/>
            <p:nvPr/>
          </p:nvSpPr>
          <p:spPr>
            <a:xfrm>
              <a:off x="4538523" y="1317493"/>
              <a:ext cx="1254167" cy="1469633"/>
            </a:xfrm>
            <a:prstGeom prst="rect">
              <a:avLst/>
            </a:prstGeom>
            <a:noFill/>
          </p:spPr>
          <p:txBody>
            <a:bodyPr wrap="square" tIns="0" rtlCol="0">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sz="800" b="1" i="0" strike="noStrike" kern="1200" cap="none" spc="0" normalizeH="0" baseline="0" noProof="0" dirty="0">
                  <a:ln>
                    <a:noFill/>
                  </a:ln>
                  <a:solidFill>
                    <a:srgbClr val="000000"/>
                  </a:solidFill>
                  <a:effectLst/>
                  <a:uLnTx/>
                  <a:uFillTx/>
                  <a:latin typeface="+mj-lt"/>
                  <a:ea typeface="+mn-ea"/>
                  <a:cs typeface="Arial" pitchFamily="34" charset="0"/>
                </a:rPr>
                <a:t>Marquez Bela</a:t>
              </a:r>
            </a:p>
            <a:p>
              <a:pPr marL="0" marR="0" lvl="0" indent="0" algn="just" defTabSz="914400" rtl="0" eaLnBrk="0" fontAlgn="base" latinLnBrk="0" hangingPunct="0">
                <a:lnSpc>
                  <a:spcPct val="100000"/>
                </a:lnSpc>
                <a:spcBef>
                  <a:spcPct val="0"/>
                </a:spcBef>
                <a:spcAft>
                  <a:spcPct val="0"/>
                </a:spcAft>
                <a:buClrTx/>
                <a:buSzTx/>
                <a:buFontTx/>
                <a:buNone/>
                <a:tabLst/>
                <a:defRPr/>
              </a:pPr>
              <a:r>
                <a:rPr lang="en-US" sz="800" i="1" dirty="0">
                  <a:solidFill>
                    <a:srgbClr val="000000"/>
                  </a:solidFill>
                  <a:latin typeface="+mj-lt"/>
                </a:rPr>
                <a:t>Partner</a:t>
              </a:r>
              <a:endParaRPr kumimoji="0" lang="en-US" sz="600" i="1" strike="noStrike" kern="1200" cap="none" spc="0" normalizeH="0" baseline="0" noProof="0" dirty="0">
                <a:ln>
                  <a:noFill/>
                </a:ln>
                <a:solidFill>
                  <a:srgbClr val="000000"/>
                </a:solidFill>
                <a:effectLst/>
                <a:uLnTx/>
                <a:uFillTx/>
                <a:latin typeface="+mj-lt"/>
                <a:ea typeface="+mn-ea"/>
                <a:cs typeface="Arial" pitchFamily="34" charset="0"/>
              </a:endParaRPr>
            </a:p>
            <a:p>
              <a:pPr marR="0" lvl="0" algn="just" defTabSz="914400" rtl="0" eaLnBrk="0" fontAlgn="base" latinLnBrk="0" hangingPunct="0">
                <a:lnSpc>
                  <a:spcPct val="100000"/>
                </a:lnSpc>
                <a:spcBef>
                  <a:spcPct val="0"/>
                </a:spcBef>
                <a:spcAft>
                  <a:spcPct val="0"/>
                </a:spcAft>
                <a:buClrTx/>
                <a:buSzTx/>
                <a:tabLst/>
                <a:defRPr/>
              </a:pPr>
              <a:endParaRPr lang="en-US" sz="500" u="sng" dirty="0">
                <a:solidFill>
                  <a:srgbClr val="000000"/>
                </a:solidFill>
                <a:latin typeface="+mj-lt"/>
              </a:endParaRPr>
            </a:p>
            <a:p>
              <a:pPr marR="0" lvl="0" algn="just" defTabSz="914400" rtl="0" eaLnBrk="0" fontAlgn="base" latinLnBrk="0" hangingPunct="0">
                <a:lnSpc>
                  <a:spcPct val="100000"/>
                </a:lnSpc>
                <a:spcBef>
                  <a:spcPct val="0"/>
                </a:spcBef>
                <a:spcAft>
                  <a:spcPct val="0"/>
                </a:spcAft>
                <a:buClrTx/>
                <a:buSzTx/>
                <a:tabLst/>
                <a:defRPr/>
              </a:pPr>
              <a:r>
                <a:rPr lang="en-US" sz="650" u="sng" dirty="0">
                  <a:solidFill>
                    <a:srgbClr val="000000"/>
                  </a:solidFill>
                  <a:latin typeface="+mj-lt"/>
                </a:rPr>
                <a:t>Education</a:t>
              </a:r>
            </a:p>
            <a:p>
              <a:pPr marR="0" lvl="0" algn="just" defTabSz="914400" rtl="0" eaLnBrk="0" fontAlgn="base" latinLnBrk="0" hangingPunct="0">
                <a:lnSpc>
                  <a:spcPct val="100000"/>
                </a:lnSpc>
                <a:spcBef>
                  <a:spcPct val="0"/>
                </a:spcBef>
                <a:spcAft>
                  <a:spcPct val="0"/>
                </a:spcAft>
                <a:buClrTx/>
                <a:buSzTx/>
                <a:tabLst/>
                <a:defRPr/>
              </a:pPr>
              <a:r>
                <a:rPr lang="en-US" sz="650" dirty="0">
                  <a:solidFill>
                    <a:srgbClr val="000000"/>
                  </a:solidFill>
                  <a:latin typeface="+mj-lt"/>
                </a:rPr>
                <a:t>BA University of Texas</a:t>
              </a:r>
            </a:p>
            <a:p>
              <a:pPr marR="0" lvl="0" algn="just" defTabSz="914400" rtl="0" eaLnBrk="0" fontAlgn="base" latinLnBrk="0" hangingPunct="0">
                <a:lnSpc>
                  <a:spcPct val="100000"/>
                </a:lnSpc>
                <a:spcBef>
                  <a:spcPct val="0"/>
                </a:spcBef>
                <a:spcAft>
                  <a:spcPct val="0"/>
                </a:spcAft>
                <a:buClrTx/>
                <a:buSzTx/>
                <a:tabLst/>
                <a:defRPr/>
              </a:pPr>
              <a:r>
                <a:rPr kumimoji="0" lang="en-US" sz="650" strike="noStrike" kern="1200" cap="none" spc="0" normalizeH="0" baseline="0" noProof="0" dirty="0">
                  <a:ln>
                    <a:noFill/>
                  </a:ln>
                  <a:solidFill>
                    <a:srgbClr val="000000"/>
                  </a:solidFill>
                  <a:effectLst/>
                  <a:uLnTx/>
                  <a:uFillTx/>
                  <a:latin typeface="+mj-lt"/>
                  <a:ea typeface="+mn-ea"/>
                  <a:cs typeface="Arial" pitchFamily="34" charset="0"/>
                </a:rPr>
                <a:t>BBA University of Texas</a:t>
              </a:r>
            </a:p>
            <a:p>
              <a:pPr marR="0" lvl="0" algn="just" defTabSz="914400" rtl="0" eaLnBrk="0" fontAlgn="base" latinLnBrk="0" hangingPunct="0">
                <a:lnSpc>
                  <a:spcPct val="100000"/>
                </a:lnSpc>
                <a:spcBef>
                  <a:spcPct val="0"/>
                </a:spcBef>
                <a:spcAft>
                  <a:spcPct val="0"/>
                </a:spcAft>
                <a:buClrTx/>
                <a:buSzTx/>
                <a:tabLst/>
                <a:defRPr/>
              </a:pPr>
              <a:endParaRPr lang="en-US" sz="650" dirty="0">
                <a:solidFill>
                  <a:srgbClr val="000000"/>
                </a:solidFill>
                <a:latin typeface="+mj-lt"/>
              </a:endParaRPr>
            </a:p>
            <a:p>
              <a:pPr marR="0" lvl="0" algn="just" defTabSz="914400" rtl="0" eaLnBrk="0" fontAlgn="base" latinLnBrk="0" hangingPunct="0">
                <a:lnSpc>
                  <a:spcPct val="100000"/>
                </a:lnSpc>
                <a:spcBef>
                  <a:spcPct val="0"/>
                </a:spcBef>
                <a:spcAft>
                  <a:spcPct val="0"/>
                </a:spcAft>
                <a:buClrTx/>
                <a:buSzTx/>
                <a:tabLst/>
                <a:defRPr/>
              </a:pPr>
              <a:endParaRPr lang="en-US" sz="650" dirty="0">
                <a:solidFill>
                  <a:srgbClr val="000000"/>
                </a:solidFill>
                <a:latin typeface="+mj-lt"/>
              </a:endParaRPr>
            </a:p>
            <a:p>
              <a:pPr marR="0" lvl="0" algn="just" defTabSz="914400" rtl="0" eaLnBrk="0" fontAlgn="base" latinLnBrk="0" hangingPunct="0">
                <a:lnSpc>
                  <a:spcPct val="100000"/>
                </a:lnSpc>
                <a:spcBef>
                  <a:spcPct val="0"/>
                </a:spcBef>
                <a:spcAft>
                  <a:spcPct val="0"/>
                </a:spcAft>
                <a:buClrTx/>
                <a:buSzTx/>
                <a:tabLst/>
                <a:defRPr/>
              </a:pPr>
              <a:r>
                <a:rPr kumimoji="0" lang="en-US" sz="650" u="sng" strike="noStrike" kern="1200" cap="none" spc="0" normalizeH="0" baseline="0" noProof="0" dirty="0">
                  <a:ln>
                    <a:noFill/>
                  </a:ln>
                  <a:solidFill>
                    <a:srgbClr val="000000"/>
                  </a:solidFill>
                  <a:effectLst/>
                  <a:uLnTx/>
                  <a:uFillTx/>
                  <a:latin typeface="+mj-lt"/>
                  <a:ea typeface="+mn-ea"/>
                  <a:cs typeface="Arial" pitchFamily="34" charset="0"/>
                </a:rPr>
                <a:t>Past Experience</a:t>
              </a:r>
            </a:p>
            <a:p>
              <a:pPr marR="0" lvl="0" defTabSz="914400" rtl="0" eaLnBrk="0" fontAlgn="base" latinLnBrk="0" hangingPunct="0">
                <a:lnSpc>
                  <a:spcPct val="100000"/>
                </a:lnSpc>
                <a:spcBef>
                  <a:spcPct val="0"/>
                </a:spcBef>
                <a:spcAft>
                  <a:spcPct val="0"/>
                </a:spcAft>
                <a:buClrTx/>
                <a:buSzTx/>
                <a:tabLst/>
                <a:defRPr/>
              </a:pPr>
              <a:r>
                <a:rPr lang="en-US" sz="650" dirty="0">
                  <a:solidFill>
                    <a:srgbClr val="000000"/>
                  </a:solidFill>
                  <a:latin typeface="+mj-lt"/>
                </a:rPr>
                <a:t>Rosewood Private Investments</a:t>
              </a:r>
            </a:p>
            <a:p>
              <a:pPr lvl="0" algn="just">
                <a:defRPr/>
              </a:pPr>
              <a:r>
                <a:rPr lang="en-US" sz="650" dirty="0">
                  <a:solidFill>
                    <a:srgbClr val="000000"/>
                  </a:solidFill>
                  <a:latin typeface="+mj-lt"/>
                </a:rPr>
                <a:t>Capital Southwest Corp.</a:t>
              </a:r>
            </a:p>
            <a:p>
              <a:pPr lvl="0" algn="just">
                <a:defRPr/>
              </a:pPr>
              <a:r>
                <a:rPr kumimoji="0" lang="en-US" sz="650" strike="noStrike" kern="1200" cap="none" spc="0" normalizeH="0" baseline="0" noProof="0" dirty="0">
                  <a:ln>
                    <a:noFill/>
                  </a:ln>
                  <a:solidFill>
                    <a:srgbClr val="000000"/>
                  </a:solidFill>
                  <a:effectLst/>
                  <a:uLnTx/>
                  <a:uFillTx/>
                  <a:latin typeface="+mj-lt"/>
                  <a:ea typeface="+mn-ea"/>
                  <a:cs typeface="Arial" pitchFamily="34" charset="0"/>
                </a:rPr>
                <a:t>Covalent Capital</a:t>
              </a:r>
              <a:endParaRPr lang="en-US" sz="650" dirty="0">
                <a:solidFill>
                  <a:srgbClr val="000000"/>
                </a:solidFill>
                <a:latin typeface="+mj-lt"/>
              </a:endParaRPr>
            </a:p>
            <a:p>
              <a:pPr lvl="0" algn="just">
                <a:defRPr/>
              </a:pPr>
              <a:r>
                <a:rPr kumimoji="0" lang="en-US" sz="650" strike="noStrike" kern="1200" cap="none" spc="0" normalizeH="0" baseline="0" noProof="0" dirty="0">
                  <a:ln>
                    <a:noFill/>
                  </a:ln>
                  <a:solidFill>
                    <a:srgbClr val="000000"/>
                  </a:solidFill>
                  <a:effectLst/>
                  <a:uLnTx/>
                  <a:uFillTx/>
                  <a:latin typeface="+mj-lt"/>
                  <a:ea typeface="+mn-ea"/>
                  <a:cs typeface="Arial" pitchFamily="34" charset="0"/>
                </a:rPr>
                <a:t>SKM Growth Investors</a:t>
              </a:r>
            </a:p>
            <a:p>
              <a:pPr lvl="0" algn="just">
                <a:defRPr/>
              </a:pPr>
              <a:r>
                <a:rPr lang="en-US" sz="650" dirty="0">
                  <a:solidFill>
                    <a:srgbClr val="000000"/>
                  </a:solidFill>
                  <a:latin typeface="+mj-lt"/>
                </a:rPr>
                <a:t>Goldman Sachs</a:t>
              </a:r>
              <a:endParaRPr kumimoji="0" lang="en-US" sz="650" strike="noStrike" kern="1200" cap="none" spc="0" normalizeH="0" baseline="0" noProof="0" dirty="0">
                <a:ln>
                  <a:noFill/>
                </a:ln>
                <a:solidFill>
                  <a:srgbClr val="000000"/>
                </a:solidFill>
                <a:effectLst/>
                <a:uLnTx/>
                <a:uFillTx/>
                <a:latin typeface="+mj-lt"/>
                <a:ea typeface="+mn-ea"/>
                <a:cs typeface="Arial" pitchFamily="34" charset="0"/>
              </a:endParaRPr>
            </a:p>
          </p:txBody>
        </p:sp>
      </p:grpSp>
      <p:grpSp>
        <p:nvGrpSpPr>
          <p:cNvPr id="57" name="Group 56">
            <a:extLst>
              <a:ext uri="{FF2B5EF4-FFF2-40B4-BE49-F238E27FC236}">
                <a16:creationId xmlns:a16="http://schemas.microsoft.com/office/drawing/2014/main" id="{1F32C1BC-B812-C11D-3727-8C220F75087F}"/>
              </a:ext>
            </a:extLst>
          </p:cNvPr>
          <p:cNvGrpSpPr/>
          <p:nvPr/>
        </p:nvGrpSpPr>
        <p:grpSpPr>
          <a:xfrm>
            <a:off x="6817810" y="974459"/>
            <a:ext cx="2220506" cy="1405542"/>
            <a:chOff x="7028122" y="974459"/>
            <a:chExt cx="2220506" cy="1405542"/>
          </a:xfrm>
        </p:grpSpPr>
        <p:sp>
          <p:nvSpPr>
            <p:cNvPr id="32" name="TextBox 31">
              <a:extLst>
                <a:ext uri="{FF2B5EF4-FFF2-40B4-BE49-F238E27FC236}">
                  <a16:creationId xmlns:a16="http://schemas.microsoft.com/office/drawing/2014/main" id="{2B8CEAB9-A458-2A2E-682A-AA6B766EBB5E}"/>
                </a:ext>
              </a:extLst>
            </p:cNvPr>
            <p:cNvSpPr txBox="1"/>
            <p:nvPr/>
          </p:nvSpPr>
          <p:spPr>
            <a:xfrm>
              <a:off x="8037169" y="984504"/>
              <a:ext cx="1211459" cy="1169551"/>
            </a:xfrm>
            <a:prstGeom prst="rect">
              <a:avLst/>
            </a:prstGeom>
            <a:noFill/>
          </p:spPr>
          <p:txBody>
            <a:bodyPr wrap="square" tIns="0" rtlCol="0">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sz="800" b="1" i="0" strike="noStrike" kern="1200" cap="none" spc="0" normalizeH="0" baseline="0" noProof="0" dirty="0">
                  <a:ln>
                    <a:noFill/>
                  </a:ln>
                  <a:solidFill>
                    <a:srgbClr val="000000"/>
                  </a:solidFill>
                  <a:effectLst/>
                  <a:uLnTx/>
                  <a:uFillTx/>
                  <a:latin typeface="+mj-lt"/>
                  <a:ea typeface="+mn-ea"/>
                  <a:cs typeface="Arial" pitchFamily="34" charset="0"/>
                </a:rPr>
                <a:t>Kelly Cotner</a:t>
              </a:r>
            </a:p>
            <a:p>
              <a:pPr marL="0" marR="0" lvl="0" indent="0" algn="just" defTabSz="914400" rtl="0" eaLnBrk="0" fontAlgn="base" latinLnBrk="0" hangingPunct="0">
                <a:lnSpc>
                  <a:spcPct val="100000"/>
                </a:lnSpc>
                <a:spcBef>
                  <a:spcPct val="0"/>
                </a:spcBef>
                <a:spcAft>
                  <a:spcPct val="0"/>
                </a:spcAft>
                <a:buClrTx/>
                <a:buSzTx/>
                <a:buFontTx/>
                <a:buNone/>
                <a:tabLst/>
                <a:defRPr/>
              </a:pPr>
              <a:r>
                <a:rPr lang="en-US" sz="800" i="1" dirty="0">
                  <a:solidFill>
                    <a:srgbClr val="000000"/>
                  </a:solidFill>
                  <a:latin typeface="+mj-lt"/>
                </a:rPr>
                <a:t>Chief of Staff</a:t>
              </a:r>
              <a:endParaRPr kumimoji="0" lang="en-US" sz="300" i="1" strike="noStrike" kern="1200" cap="none" spc="0" normalizeH="0" baseline="0" noProof="0" dirty="0">
                <a:ln>
                  <a:noFill/>
                </a:ln>
                <a:solidFill>
                  <a:srgbClr val="000000"/>
                </a:solidFill>
                <a:effectLst/>
                <a:uLnTx/>
                <a:uFillTx/>
                <a:latin typeface="+mj-lt"/>
                <a:ea typeface="+mn-ea"/>
                <a:cs typeface="Arial" pitchFamily="34" charset="0"/>
              </a:endParaRPr>
            </a:p>
            <a:p>
              <a:pPr marR="0" lvl="0" algn="just" defTabSz="914400" rtl="0" eaLnBrk="0" fontAlgn="base" latinLnBrk="0" hangingPunct="0">
                <a:lnSpc>
                  <a:spcPct val="100000"/>
                </a:lnSpc>
                <a:spcBef>
                  <a:spcPct val="0"/>
                </a:spcBef>
                <a:spcAft>
                  <a:spcPct val="0"/>
                </a:spcAft>
                <a:buClrTx/>
                <a:buSzTx/>
                <a:tabLst/>
                <a:defRPr/>
              </a:pPr>
              <a:endParaRPr lang="en-US" sz="500" u="sng" dirty="0">
                <a:solidFill>
                  <a:srgbClr val="000000"/>
                </a:solidFill>
                <a:latin typeface="+mj-lt"/>
              </a:endParaRPr>
            </a:p>
            <a:p>
              <a:pPr marR="0" lvl="0" algn="just" defTabSz="914400" rtl="0" eaLnBrk="0" fontAlgn="base" latinLnBrk="0" hangingPunct="0">
                <a:lnSpc>
                  <a:spcPct val="100000"/>
                </a:lnSpc>
                <a:spcBef>
                  <a:spcPct val="0"/>
                </a:spcBef>
                <a:spcAft>
                  <a:spcPct val="0"/>
                </a:spcAft>
                <a:buClrTx/>
                <a:buSzTx/>
                <a:tabLst/>
                <a:defRPr/>
              </a:pPr>
              <a:r>
                <a:rPr lang="en-US" sz="650" u="sng" dirty="0">
                  <a:solidFill>
                    <a:srgbClr val="000000"/>
                  </a:solidFill>
                  <a:latin typeface="+mj-lt"/>
                </a:rPr>
                <a:t>Education</a:t>
              </a:r>
            </a:p>
            <a:p>
              <a:pPr marR="0" lvl="0" algn="just" defTabSz="914400" rtl="0" eaLnBrk="0" fontAlgn="base" latinLnBrk="0" hangingPunct="0">
                <a:lnSpc>
                  <a:spcPct val="100000"/>
                </a:lnSpc>
                <a:spcBef>
                  <a:spcPct val="0"/>
                </a:spcBef>
                <a:spcAft>
                  <a:spcPct val="0"/>
                </a:spcAft>
                <a:buClrTx/>
                <a:buSzTx/>
                <a:tabLst/>
                <a:defRPr/>
              </a:pPr>
              <a:r>
                <a:rPr lang="en-US" sz="650" dirty="0">
                  <a:solidFill>
                    <a:srgbClr val="000000"/>
                  </a:solidFill>
                  <a:latin typeface="+mj-lt"/>
                </a:rPr>
                <a:t>BA University of </a:t>
              </a:r>
            </a:p>
            <a:p>
              <a:pPr marR="0" lvl="0" algn="just" defTabSz="914400" rtl="0" eaLnBrk="0" fontAlgn="base" latinLnBrk="0" hangingPunct="0">
                <a:lnSpc>
                  <a:spcPct val="100000"/>
                </a:lnSpc>
                <a:spcBef>
                  <a:spcPct val="0"/>
                </a:spcBef>
                <a:spcAft>
                  <a:spcPct val="0"/>
                </a:spcAft>
                <a:buClrTx/>
                <a:buSzTx/>
                <a:tabLst/>
                <a:defRPr/>
              </a:pPr>
              <a:r>
                <a:rPr lang="en-US" sz="650" dirty="0">
                  <a:solidFill>
                    <a:srgbClr val="000000"/>
                  </a:solidFill>
                  <a:latin typeface="+mj-lt"/>
                </a:rPr>
                <a:t>Alabama</a:t>
              </a:r>
            </a:p>
            <a:p>
              <a:pPr marR="0" lvl="0" algn="just" defTabSz="914400" rtl="0" eaLnBrk="0" fontAlgn="base" latinLnBrk="0" hangingPunct="0">
                <a:lnSpc>
                  <a:spcPct val="100000"/>
                </a:lnSpc>
                <a:spcBef>
                  <a:spcPct val="0"/>
                </a:spcBef>
                <a:spcAft>
                  <a:spcPct val="0"/>
                </a:spcAft>
                <a:buClrTx/>
                <a:buSzTx/>
                <a:tabLst/>
                <a:defRPr/>
              </a:pPr>
              <a:endParaRPr kumimoji="0" lang="en-US" sz="650" strike="noStrike" kern="1200" cap="none" spc="0" normalizeH="0" baseline="0" noProof="0" dirty="0">
                <a:ln>
                  <a:noFill/>
                </a:ln>
                <a:solidFill>
                  <a:srgbClr val="000000"/>
                </a:solidFill>
                <a:effectLst/>
                <a:uLnTx/>
                <a:uFillTx/>
                <a:latin typeface="+mj-lt"/>
                <a:ea typeface="+mn-ea"/>
                <a:cs typeface="Arial" pitchFamily="34" charset="0"/>
              </a:endParaRPr>
            </a:p>
            <a:p>
              <a:pPr marR="0" lvl="0" algn="just" defTabSz="914400" rtl="0" eaLnBrk="0" fontAlgn="base" latinLnBrk="0" hangingPunct="0">
                <a:lnSpc>
                  <a:spcPct val="100000"/>
                </a:lnSpc>
                <a:spcBef>
                  <a:spcPct val="0"/>
                </a:spcBef>
                <a:spcAft>
                  <a:spcPct val="0"/>
                </a:spcAft>
                <a:buClrTx/>
                <a:buSzTx/>
                <a:tabLst/>
                <a:defRPr/>
              </a:pPr>
              <a:endParaRPr lang="en-US" sz="650" dirty="0">
                <a:solidFill>
                  <a:srgbClr val="000000"/>
                </a:solidFill>
                <a:latin typeface="+mj-lt"/>
              </a:endParaRPr>
            </a:p>
            <a:p>
              <a:pPr marR="0" lvl="0" algn="just" defTabSz="914400" rtl="0" eaLnBrk="0" fontAlgn="base" latinLnBrk="0" hangingPunct="0">
                <a:lnSpc>
                  <a:spcPct val="100000"/>
                </a:lnSpc>
                <a:spcBef>
                  <a:spcPct val="0"/>
                </a:spcBef>
                <a:spcAft>
                  <a:spcPct val="0"/>
                </a:spcAft>
                <a:buClrTx/>
                <a:buSzTx/>
                <a:tabLst/>
                <a:defRPr/>
              </a:pPr>
              <a:r>
                <a:rPr kumimoji="0" lang="en-US" sz="650" u="sng" strike="noStrike" kern="1200" cap="none" spc="0" normalizeH="0" baseline="0" noProof="0" dirty="0">
                  <a:ln>
                    <a:noFill/>
                  </a:ln>
                  <a:solidFill>
                    <a:srgbClr val="000000"/>
                  </a:solidFill>
                  <a:effectLst/>
                  <a:uLnTx/>
                  <a:uFillTx/>
                  <a:latin typeface="+mj-lt"/>
                  <a:ea typeface="+mn-ea"/>
                  <a:cs typeface="Arial" pitchFamily="34" charset="0"/>
                </a:rPr>
                <a:t>Past Experience</a:t>
              </a:r>
            </a:p>
            <a:p>
              <a:pPr marR="0" lvl="0" algn="just" defTabSz="914400" rtl="0" eaLnBrk="0" fontAlgn="base" latinLnBrk="0" hangingPunct="0">
                <a:lnSpc>
                  <a:spcPct val="100000"/>
                </a:lnSpc>
                <a:spcBef>
                  <a:spcPct val="0"/>
                </a:spcBef>
                <a:spcAft>
                  <a:spcPct val="0"/>
                </a:spcAft>
                <a:buClrTx/>
                <a:buSzTx/>
                <a:tabLst/>
                <a:defRPr/>
              </a:pPr>
              <a:r>
                <a:rPr lang="en-US" sz="650" dirty="0">
                  <a:solidFill>
                    <a:srgbClr val="000000"/>
                  </a:solidFill>
                  <a:latin typeface="+mj-lt"/>
                </a:rPr>
                <a:t>Texas Capital Bank</a:t>
              </a:r>
            </a:p>
            <a:p>
              <a:pPr marR="0" lvl="0" defTabSz="914400" rtl="0" eaLnBrk="0" fontAlgn="base" latinLnBrk="0" hangingPunct="0">
                <a:lnSpc>
                  <a:spcPct val="100000"/>
                </a:lnSpc>
                <a:spcBef>
                  <a:spcPct val="0"/>
                </a:spcBef>
                <a:spcAft>
                  <a:spcPct val="0"/>
                </a:spcAft>
                <a:buClrTx/>
                <a:buSzTx/>
                <a:tabLst/>
                <a:defRPr/>
              </a:pPr>
              <a:r>
                <a:rPr lang="en-US" sz="650" dirty="0">
                  <a:solidFill>
                    <a:srgbClr val="000000"/>
                  </a:solidFill>
                  <a:latin typeface="+mj-lt"/>
                </a:rPr>
                <a:t>U.S. House of Representatives</a:t>
              </a:r>
            </a:p>
          </p:txBody>
        </p:sp>
        <p:pic>
          <p:nvPicPr>
            <p:cNvPr id="30" name="Picture 29">
              <a:extLst>
                <a:ext uri="{FF2B5EF4-FFF2-40B4-BE49-F238E27FC236}">
                  <a16:creationId xmlns:a16="http://schemas.microsoft.com/office/drawing/2014/main" id="{2A7D6B73-11CD-6CF3-3363-06935EE89F60}"/>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rcRect l="10171" r="15295"/>
            <a:stretch>
              <a:fillRect/>
            </a:stretch>
          </p:blipFill>
          <p:spPr>
            <a:xfrm>
              <a:off x="7028122" y="974459"/>
              <a:ext cx="1047605" cy="1405542"/>
            </a:xfrm>
            <a:prstGeom prst="rect">
              <a:avLst/>
            </a:prstGeom>
          </p:spPr>
        </p:pic>
      </p:grpSp>
      <p:grpSp>
        <p:nvGrpSpPr>
          <p:cNvPr id="34" name="Group 33">
            <a:extLst>
              <a:ext uri="{FF2B5EF4-FFF2-40B4-BE49-F238E27FC236}">
                <a16:creationId xmlns:a16="http://schemas.microsoft.com/office/drawing/2014/main" id="{2953610A-4031-5234-8D52-0AFE021C9A1B}"/>
              </a:ext>
            </a:extLst>
          </p:cNvPr>
          <p:cNvGrpSpPr/>
          <p:nvPr/>
        </p:nvGrpSpPr>
        <p:grpSpPr>
          <a:xfrm>
            <a:off x="228599" y="2837687"/>
            <a:ext cx="2263922" cy="1402081"/>
            <a:chOff x="6282303" y="1317493"/>
            <a:chExt cx="2263922" cy="1402081"/>
          </a:xfrm>
        </p:grpSpPr>
        <p:pic>
          <p:nvPicPr>
            <p:cNvPr id="35" name="Picture 34" descr="A person wearing a suit and tie smiling and looking at the camera&#10;&#10;Description automatically generated">
              <a:extLst>
                <a:ext uri="{FF2B5EF4-FFF2-40B4-BE49-F238E27FC236}">
                  <a16:creationId xmlns:a16="http://schemas.microsoft.com/office/drawing/2014/main" id="{D54B1AC3-8196-9D3C-2219-F4D9BE5A62A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282303" y="1317493"/>
              <a:ext cx="1051560" cy="1402081"/>
            </a:xfrm>
            <a:prstGeom prst="rect">
              <a:avLst/>
            </a:prstGeom>
          </p:spPr>
        </p:pic>
        <p:sp>
          <p:nvSpPr>
            <p:cNvPr id="36" name="TextBox 35">
              <a:extLst>
                <a:ext uri="{FF2B5EF4-FFF2-40B4-BE49-F238E27FC236}">
                  <a16:creationId xmlns:a16="http://schemas.microsoft.com/office/drawing/2014/main" id="{1D34986C-AF73-D2E3-5B12-EC37C3CF530A}"/>
                </a:ext>
              </a:extLst>
            </p:cNvPr>
            <p:cNvSpPr txBox="1"/>
            <p:nvPr/>
          </p:nvSpPr>
          <p:spPr>
            <a:xfrm>
              <a:off x="7295305" y="1317493"/>
              <a:ext cx="1250920" cy="1000274"/>
            </a:xfrm>
            <a:prstGeom prst="rect">
              <a:avLst/>
            </a:prstGeom>
            <a:noFill/>
          </p:spPr>
          <p:txBody>
            <a:bodyPr wrap="square" tIns="0" rtlCol="0">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sz="800" b="1" i="0" strike="noStrike" kern="1200" cap="none" spc="0" normalizeH="0" baseline="0" noProof="0" dirty="0">
                  <a:ln>
                    <a:noFill/>
                  </a:ln>
                  <a:solidFill>
                    <a:srgbClr val="000000"/>
                  </a:solidFill>
                  <a:effectLst/>
                  <a:uLnTx/>
                  <a:uFillTx/>
                  <a:latin typeface="+mj-lt"/>
                  <a:cs typeface="Arial" pitchFamily="34" charset="0"/>
                </a:rPr>
                <a:t>Jack Lindsley</a:t>
              </a:r>
            </a:p>
            <a:p>
              <a:pPr marL="0" marR="0" lvl="0" indent="0" algn="just" defTabSz="914400" rtl="0" eaLnBrk="0" fontAlgn="base" latinLnBrk="0" hangingPunct="0">
                <a:lnSpc>
                  <a:spcPct val="100000"/>
                </a:lnSpc>
                <a:spcBef>
                  <a:spcPct val="0"/>
                </a:spcBef>
                <a:spcAft>
                  <a:spcPct val="0"/>
                </a:spcAft>
                <a:buClrTx/>
                <a:buSzTx/>
                <a:buFontTx/>
                <a:buNone/>
                <a:tabLst/>
                <a:defRPr/>
              </a:pPr>
              <a:r>
                <a:rPr lang="en-US" sz="800" i="1" dirty="0">
                  <a:solidFill>
                    <a:srgbClr val="000000"/>
                  </a:solidFill>
                  <a:latin typeface="+mj-lt"/>
                </a:rPr>
                <a:t>Vice President</a:t>
              </a:r>
              <a:endParaRPr kumimoji="0" lang="en-US" sz="800" i="1" strike="noStrike" kern="1200" cap="none" spc="0" normalizeH="0" baseline="0" noProof="0" dirty="0">
                <a:ln>
                  <a:noFill/>
                </a:ln>
                <a:solidFill>
                  <a:srgbClr val="000000"/>
                </a:solidFill>
                <a:effectLst/>
                <a:uLnTx/>
                <a:uFillTx/>
                <a:latin typeface="+mj-lt"/>
                <a:cs typeface="Arial" pitchFamily="34" charset="0"/>
              </a:endParaRPr>
            </a:p>
            <a:p>
              <a:pPr marR="0" lvl="0" algn="just" defTabSz="914400" rtl="0" eaLnBrk="0" fontAlgn="base" latinLnBrk="0" hangingPunct="0">
                <a:lnSpc>
                  <a:spcPct val="100000"/>
                </a:lnSpc>
                <a:spcBef>
                  <a:spcPct val="0"/>
                </a:spcBef>
                <a:spcAft>
                  <a:spcPct val="0"/>
                </a:spcAft>
                <a:buClrTx/>
                <a:buSzTx/>
                <a:tabLst/>
                <a:defRPr/>
              </a:pPr>
              <a:endParaRPr lang="en-US" sz="500" u="sng" dirty="0">
                <a:solidFill>
                  <a:srgbClr val="000000"/>
                </a:solidFill>
                <a:latin typeface="+mj-lt"/>
              </a:endParaRPr>
            </a:p>
            <a:p>
              <a:pPr marR="0" lvl="0" algn="just" defTabSz="914400" rtl="0" eaLnBrk="0" fontAlgn="base" latinLnBrk="0" hangingPunct="0">
                <a:lnSpc>
                  <a:spcPct val="100000"/>
                </a:lnSpc>
                <a:spcBef>
                  <a:spcPct val="0"/>
                </a:spcBef>
                <a:spcAft>
                  <a:spcPct val="0"/>
                </a:spcAft>
                <a:buClrTx/>
                <a:buSzTx/>
                <a:tabLst/>
                <a:defRPr/>
              </a:pPr>
              <a:r>
                <a:rPr lang="en-US" sz="650" u="sng" dirty="0">
                  <a:solidFill>
                    <a:srgbClr val="000000"/>
                  </a:solidFill>
                  <a:latin typeface="+mj-lt"/>
                </a:rPr>
                <a:t>Education</a:t>
              </a:r>
            </a:p>
            <a:p>
              <a:pPr marR="0" lvl="0" algn="just" defTabSz="914400" rtl="0" eaLnBrk="0" fontAlgn="base" latinLnBrk="0" hangingPunct="0">
                <a:lnSpc>
                  <a:spcPct val="100000"/>
                </a:lnSpc>
                <a:spcBef>
                  <a:spcPct val="0"/>
                </a:spcBef>
                <a:spcAft>
                  <a:spcPct val="0"/>
                </a:spcAft>
                <a:buClrTx/>
                <a:buSzTx/>
                <a:tabLst/>
                <a:defRPr/>
              </a:pPr>
              <a:r>
                <a:rPr lang="en-US" sz="650" dirty="0">
                  <a:solidFill>
                    <a:srgbClr val="000000"/>
                  </a:solidFill>
                  <a:latin typeface="+mj-lt"/>
                </a:rPr>
                <a:t>BBA Texas A&amp;M</a:t>
              </a:r>
            </a:p>
            <a:p>
              <a:pPr marR="0" lvl="0" algn="just" defTabSz="914400" rtl="0" eaLnBrk="0" fontAlgn="base" latinLnBrk="0" hangingPunct="0">
                <a:lnSpc>
                  <a:spcPct val="100000"/>
                </a:lnSpc>
                <a:spcBef>
                  <a:spcPct val="0"/>
                </a:spcBef>
                <a:spcAft>
                  <a:spcPct val="0"/>
                </a:spcAft>
                <a:buClrTx/>
                <a:buSzTx/>
                <a:tabLst/>
                <a:defRPr/>
              </a:pPr>
              <a:r>
                <a:rPr kumimoji="0" lang="en-US" sz="650" strike="noStrike" kern="1200" cap="none" spc="0" normalizeH="0" baseline="0" noProof="0" dirty="0">
                  <a:ln>
                    <a:noFill/>
                  </a:ln>
                  <a:solidFill>
                    <a:srgbClr val="000000"/>
                  </a:solidFill>
                  <a:effectLst/>
                  <a:uLnTx/>
                  <a:uFillTx/>
                  <a:latin typeface="+mj-lt"/>
                  <a:cs typeface="Arial" pitchFamily="34" charset="0"/>
                </a:rPr>
                <a:t>MS Texas A&amp;M</a:t>
              </a:r>
            </a:p>
            <a:p>
              <a:pPr marR="0" lvl="0" algn="just" defTabSz="914400" rtl="0" eaLnBrk="0" fontAlgn="base" latinLnBrk="0" hangingPunct="0">
                <a:lnSpc>
                  <a:spcPct val="100000"/>
                </a:lnSpc>
                <a:spcBef>
                  <a:spcPct val="0"/>
                </a:spcBef>
                <a:spcAft>
                  <a:spcPct val="0"/>
                </a:spcAft>
                <a:buClrTx/>
                <a:buSzTx/>
                <a:tabLst/>
                <a:defRPr/>
              </a:pPr>
              <a:endParaRPr lang="en-US" sz="650" dirty="0">
                <a:solidFill>
                  <a:srgbClr val="000000"/>
                </a:solidFill>
                <a:latin typeface="+mj-lt"/>
              </a:endParaRPr>
            </a:p>
            <a:p>
              <a:pPr marR="0" lvl="0" algn="just" defTabSz="914400" rtl="0" eaLnBrk="0" fontAlgn="base" latinLnBrk="0" hangingPunct="0">
                <a:lnSpc>
                  <a:spcPct val="100000"/>
                </a:lnSpc>
                <a:spcBef>
                  <a:spcPct val="0"/>
                </a:spcBef>
                <a:spcAft>
                  <a:spcPct val="0"/>
                </a:spcAft>
                <a:buClrTx/>
                <a:buSzTx/>
                <a:tabLst/>
                <a:defRPr/>
              </a:pPr>
              <a:r>
                <a:rPr kumimoji="0" lang="en-US" sz="650" u="sng" strike="noStrike" kern="1200" cap="none" spc="0" normalizeH="0" baseline="0" noProof="0" dirty="0">
                  <a:ln>
                    <a:noFill/>
                  </a:ln>
                  <a:solidFill>
                    <a:srgbClr val="000000"/>
                  </a:solidFill>
                  <a:effectLst/>
                  <a:uLnTx/>
                  <a:uFillTx/>
                  <a:latin typeface="+mj-lt"/>
                  <a:cs typeface="Arial" pitchFamily="34" charset="0"/>
                </a:rPr>
                <a:t>Past Experience</a:t>
              </a:r>
            </a:p>
            <a:p>
              <a:pPr marR="0" lvl="0" algn="just" defTabSz="914400" rtl="0" eaLnBrk="0" fontAlgn="base" latinLnBrk="0" hangingPunct="0">
                <a:lnSpc>
                  <a:spcPct val="100000"/>
                </a:lnSpc>
                <a:spcBef>
                  <a:spcPct val="0"/>
                </a:spcBef>
                <a:spcAft>
                  <a:spcPct val="0"/>
                </a:spcAft>
                <a:buClrTx/>
                <a:buSzTx/>
                <a:tabLst/>
                <a:defRPr/>
              </a:pPr>
              <a:r>
                <a:rPr lang="en-US" sz="650" dirty="0">
                  <a:solidFill>
                    <a:srgbClr val="000000"/>
                  </a:solidFill>
                  <a:latin typeface="+mj-lt"/>
                </a:rPr>
                <a:t>Wells Fargo Securities</a:t>
              </a:r>
            </a:p>
          </p:txBody>
        </p:sp>
      </p:grpSp>
      <p:grpSp>
        <p:nvGrpSpPr>
          <p:cNvPr id="37" name="Group 36">
            <a:extLst>
              <a:ext uri="{FF2B5EF4-FFF2-40B4-BE49-F238E27FC236}">
                <a16:creationId xmlns:a16="http://schemas.microsoft.com/office/drawing/2014/main" id="{A1950670-5E23-2556-06F1-0F5F1D9CBE5D}"/>
              </a:ext>
            </a:extLst>
          </p:cNvPr>
          <p:cNvGrpSpPr/>
          <p:nvPr/>
        </p:nvGrpSpPr>
        <p:grpSpPr>
          <a:xfrm>
            <a:off x="4666059" y="2837687"/>
            <a:ext cx="2488073" cy="1399032"/>
            <a:chOff x="3491763" y="3033603"/>
            <a:chExt cx="2488073" cy="1399032"/>
          </a:xfrm>
        </p:grpSpPr>
        <p:sp>
          <p:nvSpPr>
            <p:cNvPr id="38" name="TextBox 37">
              <a:extLst>
                <a:ext uri="{FF2B5EF4-FFF2-40B4-BE49-F238E27FC236}">
                  <a16:creationId xmlns:a16="http://schemas.microsoft.com/office/drawing/2014/main" id="{F797BEE5-FE7C-0E61-C910-E87FC89C7789}"/>
                </a:ext>
              </a:extLst>
            </p:cNvPr>
            <p:cNvSpPr txBox="1"/>
            <p:nvPr/>
          </p:nvSpPr>
          <p:spPr>
            <a:xfrm>
              <a:off x="4483310" y="3045578"/>
              <a:ext cx="1496526" cy="1069524"/>
            </a:xfrm>
            <a:prstGeom prst="rect">
              <a:avLst/>
            </a:prstGeom>
            <a:noFill/>
          </p:spPr>
          <p:txBody>
            <a:bodyPr wrap="square" tIns="0" rtlCol="0">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sz="800" b="1" i="0" strike="noStrike" kern="1200" cap="none" spc="0" normalizeH="0" baseline="0" noProof="0" dirty="0">
                  <a:ln>
                    <a:noFill/>
                  </a:ln>
                  <a:solidFill>
                    <a:srgbClr val="000000"/>
                  </a:solidFill>
                  <a:effectLst/>
                  <a:uLnTx/>
                  <a:uFillTx/>
                  <a:latin typeface="+mj-lt"/>
                  <a:cs typeface="Arial" pitchFamily="34" charset="0"/>
                </a:rPr>
                <a:t>Tyler Forcum</a:t>
              </a:r>
            </a:p>
            <a:p>
              <a:pPr marL="0" marR="0" lvl="0" indent="0" algn="just" defTabSz="914400" rtl="0" eaLnBrk="0" fontAlgn="base" latinLnBrk="0" hangingPunct="0">
                <a:lnSpc>
                  <a:spcPct val="100000"/>
                </a:lnSpc>
                <a:spcBef>
                  <a:spcPct val="0"/>
                </a:spcBef>
                <a:spcAft>
                  <a:spcPct val="0"/>
                </a:spcAft>
                <a:buClrTx/>
                <a:buSzTx/>
                <a:buFontTx/>
                <a:buNone/>
                <a:tabLst/>
                <a:defRPr/>
              </a:pPr>
              <a:r>
                <a:rPr lang="en-US" sz="800" i="1" dirty="0">
                  <a:solidFill>
                    <a:srgbClr val="000000"/>
                  </a:solidFill>
                  <a:latin typeface="+mj-lt"/>
                </a:rPr>
                <a:t>Senior Associate</a:t>
              </a:r>
            </a:p>
            <a:p>
              <a:pPr marR="0" lvl="0" algn="just" defTabSz="914400" rtl="0" eaLnBrk="0" fontAlgn="base" latinLnBrk="0" hangingPunct="0">
                <a:lnSpc>
                  <a:spcPct val="100000"/>
                </a:lnSpc>
                <a:spcBef>
                  <a:spcPct val="0"/>
                </a:spcBef>
                <a:spcAft>
                  <a:spcPct val="0"/>
                </a:spcAft>
                <a:buClrTx/>
                <a:buSzTx/>
                <a:tabLst/>
                <a:defRPr/>
              </a:pPr>
              <a:endParaRPr lang="en-US" sz="500" i="1" dirty="0">
                <a:solidFill>
                  <a:srgbClr val="000000"/>
                </a:solidFill>
                <a:latin typeface="+mj-lt"/>
              </a:endParaRPr>
            </a:p>
            <a:p>
              <a:pPr marR="0" lvl="0" algn="just" defTabSz="914400" rtl="0" eaLnBrk="0" fontAlgn="base" latinLnBrk="0" hangingPunct="0">
                <a:lnSpc>
                  <a:spcPct val="100000"/>
                </a:lnSpc>
                <a:spcBef>
                  <a:spcPct val="0"/>
                </a:spcBef>
                <a:spcAft>
                  <a:spcPct val="0"/>
                </a:spcAft>
                <a:buClrTx/>
                <a:buSzTx/>
                <a:tabLst/>
                <a:defRPr/>
              </a:pPr>
              <a:r>
                <a:rPr lang="en-US" sz="650" u="sng" dirty="0">
                  <a:solidFill>
                    <a:srgbClr val="000000"/>
                  </a:solidFill>
                  <a:latin typeface="+mj-lt"/>
                </a:rPr>
                <a:t>Education</a:t>
              </a:r>
            </a:p>
            <a:p>
              <a:pPr marR="0" lvl="0" algn="just" defTabSz="914400" rtl="0" eaLnBrk="0" fontAlgn="base" latinLnBrk="0" hangingPunct="0">
                <a:lnSpc>
                  <a:spcPct val="100000"/>
                </a:lnSpc>
                <a:spcBef>
                  <a:spcPct val="0"/>
                </a:spcBef>
                <a:spcAft>
                  <a:spcPct val="0"/>
                </a:spcAft>
                <a:buClrTx/>
                <a:buSzTx/>
                <a:tabLst/>
                <a:defRPr/>
              </a:pPr>
              <a:r>
                <a:rPr lang="en-US" sz="650" dirty="0">
                  <a:solidFill>
                    <a:srgbClr val="000000"/>
                  </a:solidFill>
                  <a:latin typeface="+mj-lt"/>
                </a:rPr>
                <a:t>BBA SMU</a:t>
              </a:r>
            </a:p>
            <a:p>
              <a:pPr marR="0" lvl="0" algn="just" defTabSz="914400" rtl="0" eaLnBrk="0" fontAlgn="base" latinLnBrk="0" hangingPunct="0">
                <a:lnSpc>
                  <a:spcPct val="100000"/>
                </a:lnSpc>
                <a:spcBef>
                  <a:spcPct val="0"/>
                </a:spcBef>
                <a:spcAft>
                  <a:spcPct val="0"/>
                </a:spcAft>
                <a:buClrTx/>
                <a:buSzTx/>
                <a:tabLst/>
                <a:defRPr/>
              </a:pPr>
              <a:endParaRPr lang="en-US" sz="650" dirty="0">
                <a:solidFill>
                  <a:srgbClr val="000000"/>
                </a:solidFill>
                <a:latin typeface="+mj-lt"/>
              </a:endParaRPr>
            </a:p>
            <a:p>
              <a:pPr marR="0" lvl="0" algn="just" defTabSz="914400" rtl="0" eaLnBrk="0" fontAlgn="base" latinLnBrk="0" hangingPunct="0">
                <a:lnSpc>
                  <a:spcPct val="100000"/>
                </a:lnSpc>
                <a:spcBef>
                  <a:spcPct val="0"/>
                </a:spcBef>
                <a:spcAft>
                  <a:spcPct val="0"/>
                </a:spcAft>
                <a:buClrTx/>
                <a:buSzTx/>
                <a:tabLst/>
                <a:defRPr/>
              </a:pPr>
              <a:r>
                <a:rPr kumimoji="0" lang="en-US" sz="650" u="sng" strike="noStrike" kern="1200" cap="none" spc="0" normalizeH="0" baseline="0" noProof="0" dirty="0">
                  <a:ln>
                    <a:noFill/>
                  </a:ln>
                  <a:solidFill>
                    <a:srgbClr val="000000"/>
                  </a:solidFill>
                  <a:effectLst/>
                  <a:uLnTx/>
                  <a:uFillTx/>
                  <a:latin typeface="+mj-lt"/>
                  <a:cs typeface="Arial" pitchFamily="34" charset="0"/>
                </a:rPr>
                <a:t>Past Experience</a:t>
              </a:r>
            </a:p>
            <a:p>
              <a:pPr marR="0" lvl="0" defTabSz="914400" rtl="0" eaLnBrk="0" fontAlgn="base" latinLnBrk="0" hangingPunct="0">
                <a:lnSpc>
                  <a:spcPct val="100000"/>
                </a:lnSpc>
                <a:spcBef>
                  <a:spcPct val="0"/>
                </a:spcBef>
                <a:spcAft>
                  <a:spcPct val="0"/>
                </a:spcAft>
                <a:buClrTx/>
                <a:buSzTx/>
                <a:tabLst/>
                <a:defRPr/>
              </a:pPr>
              <a:r>
                <a:rPr lang="en-US" sz="650" dirty="0">
                  <a:solidFill>
                    <a:srgbClr val="000000"/>
                  </a:solidFill>
                  <a:latin typeface="+mj-lt"/>
                </a:rPr>
                <a:t>Stronghold Investment </a:t>
              </a:r>
            </a:p>
            <a:p>
              <a:pPr marR="0" lvl="0" defTabSz="914400" rtl="0" eaLnBrk="0" fontAlgn="base" latinLnBrk="0" hangingPunct="0">
                <a:lnSpc>
                  <a:spcPct val="100000"/>
                </a:lnSpc>
                <a:spcBef>
                  <a:spcPct val="0"/>
                </a:spcBef>
                <a:spcAft>
                  <a:spcPct val="0"/>
                </a:spcAft>
                <a:buClrTx/>
                <a:buSzTx/>
                <a:tabLst/>
                <a:defRPr/>
              </a:pPr>
              <a:r>
                <a:rPr lang="en-US" sz="650" dirty="0">
                  <a:solidFill>
                    <a:srgbClr val="000000"/>
                  </a:solidFill>
                  <a:latin typeface="+mj-lt"/>
                </a:rPr>
                <a:t>Management</a:t>
              </a:r>
            </a:p>
            <a:p>
              <a:pPr marR="0" lvl="0" algn="just" defTabSz="914400" rtl="0" eaLnBrk="0" fontAlgn="base" latinLnBrk="0" hangingPunct="0">
                <a:lnSpc>
                  <a:spcPct val="100000"/>
                </a:lnSpc>
                <a:spcBef>
                  <a:spcPct val="0"/>
                </a:spcBef>
                <a:spcAft>
                  <a:spcPct val="0"/>
                </a:spcAft>
                <a:buClrTx/>
                <a:buSzTx/>
                <a:tabLst/>
                <a:defRPr/>
              </a:pPr>
              <a:r>
                <a:rPr lang="en-US" sz="650" dirty="0">
                  <a:solidFill>
                    <a:srgbClr val="000000"/>
                  </a:solidFill>
                  <a:latin typeface="+mj-lt"/>
                </a:rPr>
                <a:t>BofA Securities</a:t>
              </a:r>
              <a:endParaRPr kumimoji="0" lang="en-US" sz="650" strike="noStrike" kern="1200" cap="none" spc="0" normalizeH="0" baseline="0" noProof="0" dirty="0">
                <a:ln>
                  <a:noFill/>
                </a:ln>
                <a:solidFill>
                  <a:srgbClr val="000000"/>
                </a:solidFill>
                <a:effectLst/>
                <a:uLnTx/>
                <a:uFillTx/>
                <a:latin typeface="+mj-lt"/>
                <a:cs typeface="Arial" pitchFamily="34" charset="0"/>
              </a:endParaRPr>
            </a:p>
          </p:txBody>
        </p:sp>
        <p:pic>
          <p:nvPicPr>
            <p:cNvPr id="39" name="Picture 38">
              <a:extLst>
                <a:ext uri="{FF2B5EF4-FFF2-40B4-BE49-F238E27FC236}">
                  <a16:creationId xmlns:a16="http://schemas.microsoft.com/office/drawing/2014/main" id="{770CBE46-EADC-5ED4-D100-61BF042C07C1}"/>
                </a:ext>
              </a:extLst>
            </p:cNvPr>
            <p:cNvPicPr>
              <a:picLocks noChangeAspect="1"/>
            </p:cNvPicPr>
            <p:nvPr/>
          </p:nvPicPr>
          <p:blipFill rotWithShape="1">
            <a:blip r:embed="rId9">
              <a:extLst>
                <a:ext uri="{BEBA8EAE-BF5A-486C-A8C5-ECC9F3942E4B}">
                  <a14:imgProps xmlns:a14="http://schemas.microsoft.com/office/drawing/2010/main">
                    <a14:imgLayer r:embed="rId10">
                      <a14:imgEffect>
                        <a14:saturation sat="0"/>
                      </a14:imgEffect>
                    </a14:imgLayer>
                  </a14:imgProps>
                </a:ext>
              </a:extLst>
            </a:blip>
            <a:srcRect l="4247" r="8757"/>
            <a:stretch/>
          </p:blipFill>
          <p:spPr>
            <a:xfrm>
              <a:off x="3491763" y="3033603"/>
              <a:ext cx="1029832" cy="1399032"/>
            </a:xfrm>
            <a:prstGeom prst="rect">
              <a:avLst/>
            </a:prstGeom>
          </p:spPr>
        </p:pic>
      </p:grpSp>
      <p:grpSp>
        <p:nvGrpSpPr>
          <p:cNvPr id="46" name="Group 45">
            <a:extLst>
              <a:ext uri="{FF2B5EF4-FFF2-40B4-BE49-F238E27FC236}">
                <a16:creationId xmlns:a16="http://schemas.microsoft.com/office/drawing/2014/main" id="{6E7015EC-ABCF-B7A0-16D8-FA53E39B9EAB}"/>
              </a:ext>
            </a:extLst>
          </p:cNvPr>
          <p:cNvGrpSpPr/>
          <p:nvPr/>
        </p:nvGrpSpPr>
        <p:grpSpPr>
          <a:xfrm>
            <a:off x="6817810" y="2837687"/>
            <a:ext cx="1918191" cy="1404355"/>
            <a:chOff x="6896625" y="2837687"/>
            <a:chExt cx="1918191" cy="1404355"/>
          </a:xfrm>
        </p:grpSpPr>
        <p:sp>
          <p:nvSpPr>
            <p:cNvPr id="41" name="TextBox 40">
              <a:extLst>
                <a:ext uri="{FF2B5EF4-FFF2-40B4-BE49-F238E27FC236}">
                  <a16:creationId xmlns:a16="http://schemas.microsoft.com/office/drawing/2014/main" id="{00FA8E89-FA07-6A89-9AAE-7DE6E011A556}"/>
                </a:ext>
              </a:extLst>
            </p:cNvPr>
            <p:cNvSpPr txBox="1"/>
            <p:nvPr/>
          </p:nvSpPr>
          <p:spPr>
            <a:xfrm>
              <a:off x="7899732" y="2841378"/>
              <a:ext cx="915084" cy="692497"/>
            </a:xfrm>
            <a:prstGeom prst="rect">
              <a:avLst/>
            </a:prstGeom>
            <a:noFill/>
          </p:spPr>
          <p:txBody>
            <a:bodyPr wrap="square" tIns="0" rtlCol="0">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sz="800" b="1" i="0" strike="noStrike" kern="1200" cap="none" spc="0" normalizeH="0" baseline="0" noProof="0" dirty="0">
                  <a:ln>
                    <a:noFill/>
                  </a:ln>
                  <a:solidFill>
                    <a:srgbClr val="000000"/>
                  </a:solidFill>
                  <a:effectLst/>
                  <a:uLnTx/>
                  <a:uFillTx/>
                  <a:latin typeface="+mj-lt"/>
                  <a:cs typeface="Arial" pitchFamily="34" charset="0"/>
                </a:rPr>
                <a:t>Wills Thompson</a:t>
              </a:r>
            </a:p>
            <a:p>
              <a:pPr marL="0" marR="0" lvl="0" indent="0" algn="just" defTabSz="914400" rtl="0" eaLnBrk="0" fontAlgn="base" latinLnBrk="0" hangingPunct="0">
                <a:lnSpc>
                  <a:spcPct val="100000"/>
                </a:lnSpc>
                <a:spcBef>
                  <a:spcPct val="0"/>
                </a:spcBef>
                <a:spcAft>
                  <a:spcPct val="0"/>
                </a:spcAft>
                <a:buClrTx/>
                <a:buSzTx/>
                <a:buFontTx/>
                <a:buNone/>
                <a:tabLst/>
                <a:defRPr/>
              </a:pPr>
              <a:r>
                <a:rPr lang="en-US" sz="800" i="1" dirty="0">
                  <a:solidFill>
                    <a:srgbClr val="000000"/>
                  </a:solidFill>
                  <a:latin typeface="+mj-lt"/>
                </a:rPr>
                <a:t>Associate</a:t>
              </a:r>
            </a:p>
            <a:p>
              <a:pPr marL="0" marR="0" lvl="0" indent="0" algn="just" defTabSz="914400" rtl="0" eaLnBrk="0" fontAlgn="base" latinLnBrk="0" hangingPunct="0">
                <a:lnSpc>
                  <a:spcPct val="100000"/>
                </a:lnSpc>
                <a:spcBef>
                  <a:spcPct val="0"/>
                </a:spcBef>
                <a:spcAft>
                  <a:spcPct val="0"/>
                </a:spcAft>
                <a:buClrTx/>
                <a:buSzTx/>
                <a:buFontTx/>
                <a:buNone/>
                <a:tabLst/>
                <a:defRPr/>
              </a:pPr>
              <a:endParaRPr lang="en-US" sz="500" i="1" dirty="0">
                <a:solidFill>
                  <a:srgbClr val="000000"/>
                </a:solidFill>
                <a:latin typeface="+mj-lt"/>
              </a:endParaRPr>
            </a:p>
            <a:p>
              <a:pPr algn="just">
                <a:defRPr/>
              </a:pPr>
              <a:r>
                <a:rPr lang="en-US" sz="650" u="sng" dirty="0">
                  <a:solidFill>
                    <a:srgbClr val="000000"/>
                  </a:solidFill>
                  <a:latin typeface="+mj-lt"/>
                </a:rPr>
                <a:t>Education</a:t>
              </a:r>
            </a:p>
            <a:p>
              <a:pPr algn="just">
                <a:defRPr/>
              </a:pPr>
              <a:r>
                <a:rPr lang="en-US" sz="650" dirty="0">
                  <a:solidFill>
                    <a:srgbClr val="000000"/>
                  </a:solidFill>
                  <a:latin typeface="+mj-lt"/>
                </a:rPr>
                <a:t>BBA SMU</a:t>
              </a:r>
            </a:p>
            <a:p>
              <a:pPr algn="just">
                <a:defRPr/>
              </a:pPr>
              <a:endParaRPr lang="en-US" sz="700" i="1" dirty="0">
                <a:solidFill>
                  <a:srgbClr val="000000"/>
                </a:solidFill>
                <a:latin typeface="+mj-lt"/>
              </a:endParaRPr>
            </a:p>
          </p:txBody>
        </p:sp>
        <p:pic>
          <p:nvPicPr>
            <p:cNvPr id="42" name="Picture 41">
              <a:extLst>
                <a:ext uri="{FF2B5EF4-FFF2-40B4-BE49-F238E27FC236}">
                  <a16:creationId xmlns:a16="http://schemas.microsoft.com/office/drawing/2014/main" id="{CD4FDE62-7DF2-5DDD-3BDA-2985CC3C357A}"/>
                </a:ext>
              </a:extLst>
            </p:cNvPr>
            <p:cNvPicPr>
              <a:picLocks noChangeAspect="1"/>
            </p:cNvPicPr>
            <p:nvPr/>
          </p:nvPicPr>
          <p:blipFill rotWithShape="1">
            <a:blip r:embed="rId11"/>
            <a:srcRect l="10589" t="9716" r="12037" b="-511"/>
            <a:stretch/>
          </p:blipFill>
          <p:spPr>
            <a:xfrm>
              <a:off x="6896625" y="2837687"/>
              <a:ext cx="1051560" cy="1404355"/>
            </a:xfrm>
            <a:prstGeom prst="rect">
              <a:avLst/>
            </a:prstGeom>
          </p:spPr>
        </p:pic>
      </p:grpSp>
      <p:grpSp>
        <p:nvGrpSpPr>
          <p:cNvPr id="43" name="Group 42">
            <a:extLst>
              <a:ext uri="{FF2B5EF4-FFF2-40B4-BE49-F238E27FC236}">
                <a16:creationId xmlns:a16="http://schemas.microsoft.com/office/drawing/2014/main" id="{6C32452F-636C-DCAB-9763-F70E28A97D55}"/>
              </a:ext>
            </a:extLst>
          </p:cNvPr>
          <p:cNvGrpSpPr/>
          <p:nvPr/>
        </p:nvGrpSpPr>
        <p:grpSpPr>
          <a:xfrm>
            <a:off x="2419159" y="2837687"/>
            <a:ext cx="2116222" cy="1399032"/>
            <a:chOff x="4799706" y="3036652"/>
            <a:chExt cx="2116222" cy="1399032"/>
          </a:xfrm>
        </p:grpSpPr>
        <p:pic>
          <p:nvPicPr>
            <p:cNvPr id="44" name="Picture 2">
              <a:extLst>
                <a:ext uri="{FF2B5EF4-FFF2-40B4-BE49-F238E27FC236}">
                  <a16:creationId xmlns:a16="http://schemas.microsoft.com/office/drawing/2014/main" id="{97C7DFF9-16EA-2A8E-E525-5798C8E90E45}"/>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799706" y="3036652"/>
              <a:ext cx="1101238" cy="1399032"/>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71BD2CEE-CE56-0675-D9BB-1DE8B12CB04A}"/>
                </a:ext>
              </a:extLst>
            </p:cNvPr>
            <p:cNvSpPr txBox="1"/>
            <p:nvPr/>
          </p:nvSpPr>
          <p:spPr>
            <a:xfrm>
              <a:off x="5864368" y="3040343"/>
              <a:ext cx="1051560" cy="1000274"/>
            </a:xfrm>
            <a:prstGeom prst="rect">
              <a:avLst/>
            </a:prstGeom>
            <a:noFill/>
          </p:spPr>
          <p:txBody>
            <a:bodyPr wrap="square" tIns="0" rtlCol="0">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sz="800" b="1" i="0" strike="noStrike" kern="1200" cap="none" spc="0" normalizeH="0" baseline="0" noProof="0" dirty="0">
                  <a:ln>
                    <a:noFill/>
                  </a:ln>
                  <a:solidFill>
                    <a:srgbClr val="000000"/>
                  </a:solidFill>
                  <a:effectLst/>
                  <a:uLnTx/>
                  <a:uFillTx/>
                  <a:latin typeface="+mj-lt"/>
                  <a:cs typeface="Arial" pitchFamily="34" charset="0"/>
                </a:rPr>
                <a:t>Preston</a:t>
              </a:r>
              <a:r>
                <a:rPr kumimoji="0" lang="en-US" sz="900" b="1" i="0" strike="noStrike" kern="1200" cap="none" spc="0" normalizeH="0" baseline="0" noProof="0" dirty="0">
                  <a:ln>
                    <a:noFill/>
                  </a:ln>
                  <a:solidFill>
                    <a:srgbClr val="000000"/>
                  </a:solidFill>
                  <a:effectLst/>
                  <a:uLnTx/>
                  <a:uFillTx/>
                  <a:latin typeface="+mj-lt"/>
                  <a:cs typeface="Arial" pitchFamily="34" charset="0"/>
                </a:rPr>
                <a:t> </a:t>
              </a:r>
              <a:r>
                <a:rPr kumimoji="0" lang="en-US" sz="800" b="1" i="0" strike="noStrike" kern="1200" cap="none" spc="0" normalizeH="0" baseline="0" noProof="0" dirty="0">
                  <a:ln>
                    <a:noFill/>
                  </a:ln>
                  <a:solidFill>
                    <a:srgbClr val="000000"/>
                  </a:solidFill>
                  <a:effectLst/>
                  <a:uLnTx/>
                  <a:uFillTx/>
                  <a:latin typeface="+mj-lt"/>
                  <a:cs typeface="Arial" pitchFamily="34" charset="0"/>
                </a:rPr>
                <a:t>Arnold</a:t>
              </a:r>
              <a:endParaRPr kumimoji="0" lang="en-US" sz="900" b="1" i="0" strike="noStrike" kern="1200" cap="none" spc="0" normalizeH="0" baseline="0" noProof="0" dirty="0">
                <a:ln>
                  <a:noFill/>
                </a:ln>
                <a:solidFill>
                  <a:srgbClr val="000000"/>
                </a:solidFill>
                <a:effectLst/>
                <a:uLnTx/>
                <a:uFillTx/>
                <a:latin typeface="+mj-lt"/>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lang="en-US" sz="800" i="1" dirty="0">
                  <a:solidFill>
                    <a:srgbClr val="000000"/>
                  </a:solidFill>
                  <a:latin typeface="+mj-lt"/>
                </a:rPr>
                <a:t>Vice President</a:t>
              </a:r>
            </a:p>
            <a:p>
              <a:pPr marL="0" indent="0" algn="just">
                <a:buFontTx/>
                <a:buNone/>
                <a:defRPr/>
              </a:pPr>
              <a:endParaRPr lang="en-US" sz="500" i="1" dirty="0">
                <a:solidFill>
                  <a:srgbClr val="000000"/>
                </a:solidFill>
                <a:latin typeface="+mj-lt"/>
              </a:endParaRPr>
            </a:p>
            <a:p>
              <a:pPr algn="just">
                <a:defRPr/>
              </a:pPr>
              <a:r>
                <a:rPr lang="en-US" sz="650" u="sng" dirty="0">
                  <a:solidFill>
                    <a:srgbClr val="000000"/>
                  </a:solidFill>
                  <a:latin typeface="+mj-lt"/>
                </a:rPr>
                <a:t>Education</a:t>
              </a:r>
            </a:p>
            <a:p>
              <a:pPr algn="just">
                <a:defRPr/>
              </a:pPr>
              <a:r>
                <a:rPr lang="en-US" sz="650" dirty="0">
                  <a:solidFill>
                    <a:srgbClr val="000000"/>
                  </a:solidFill>
                  <a:latin typeface="+mj-lt"/>
                </a:rPr>
                <a:t>BBA Baylor University</a:t>
              </a:r>
            </a:p>
            <a:p>
              <a:pPr algn="just">
                <a:defRPr/>
              </a:pPr>
              <a:endParaRPr lang="en-US" sz="650" i="1" dirty="0">
                <a:solidFill>
                  <a:srgbClr val="000000"/>
                </a:solidFill>
                <a:latin typeface="+mj-lt"/>
              </a:endParaRPr>
            </a:p>
            <a:p>
              <a:pPr algn="just">
                <a:defRPr/>
              </a:pPr>
              <a:r>
                <a:rPr lang="en-US" sz="650" u="sng" dirty="0">
                  <a:solidFill>
                    <a:srgbClr val="000000"/>
                  </a:solidFill>
                  <a:latin typeface="+mj-lt"/>
                </a:rPr>
                <a:t>Past Experience</a:t>
              </a:r>
            </a:p>
            <a:p>
              <a:pPr algn="just">
                <a:defRPr/>
              </a:pPr>
              <a:r>
                <a:rPr lang="en-US" sz="650" dirty="0">
                  <a:solidFill>
                    <a:srgbClr val="000000"/>
                  </a:solidFill>
                  <a:latin typeface="+mj-lt"/>
                </a:rPr>
                <a:t>Blue Sage Capital</a:t>
              </a:r>
              <a:endParaRPr lang="en-US" sz="650" i="1" dirty="0">
                <a:solidFill>
                  <a:srgbClr val="000000"/>
                </a:solidFill>
                <a:latin typeface="+mj-lt"/>
              </a:endParaRPr>
            </a:p>
            <a:p>
              <a:pPr algn="just">
                <a:defRPr/>
              </a:pPr>
              <a:r>
                <a:rPr lang="en-US" sz="650" dirty="0">
                  <a:solidFill>
                    <a:srgbClr val="000000"/>
                  </a:solidFill>
                  <a:latin typeface="+mj-lt"/>
                </a:rPr>
                <a:t>Raymond James</a:t>
              </a:r>
            </a:p>
          </p:txBody>
        </p:sp>
      </p:grpSp>
      <p:grpSp>
        <p:nvGrpSpPr>
          <p:cNvPr id="47" name="Group 46">
            <a:extLst>
              <a:ext uri="{FF2B5EF4-FFF2-40B4-BE49-F238E27FC236}">
                <a16:creationId xmlns:a16="http://schemas.microsoft.com/office/drawing/2014/main" id="{0680B301-4A99-0C92-96B5-4B5F4548B234}"/>
              </a:ext>
            </a:extLst>
          </p:cNvPr>
          <p:cNvGrpSpPr/>
          <p:nvPr/>
        </p:nvGrpSpPr>
        <p:grpSpPr>
          <a:xfrm>
            <a:off x="3593629" y="4649401"/>
            <a:ext cx="2173724" cy="1409260"/>
            <a:chOff x="3286035" y="4767197"/>
            <a:chExt cx="2173724" cy="1409260"/>
          </a:xfrm>
        </p:grpSpPr>
        <p:pic>
          <p:nvPicPr>
            <p:cNvPr id="48" name="Picture 47" descr="A person wearing glasses and smiling at the camera&#10;&#10;Description automatically generated">
              <a:extLst>
                <a:ext uri="{FF2B5EF4-FFF2-40B4-BE49-F238E27FC236}">
                  <a16:creationId xmlns:a16="http://schemas.microsoft.com/office/drawing/2014/main" id="{B0D103BB-96C6-D16C-89B1-DC73E7BDF53A}"/>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286035" y="4767197"/>
              <a:ext cx="1051560" cy="1409260"/>
            </a:xfrm>
            <a:prstGeom prst="rect">
              <a:avLst/>
            </a:prstGeom>
          </p:spPr>
        </p:pic>
        <p:sp>
          <p:nvSpPr>
            <p:cNvPr id="49" name="TextBox 48">
              <a:extLst>
                <a:ext uri="{FF2B5EF4-FFF2-40B4-BE49-F238E27FC236}">
                  <a16:creationId xmlns:a16="http://schemas.microsoft.com/office/drawing/2014/main" id="{3DB9B6D6-F08E-7989-E133-81F4927C91AD}"/>
                </a:ext>
              </a:extLst>
            </p:cNvPr>
            <p:cNvSpPr txBox="1"/>
            <p:nvPr/>
          </p:nvSpPr>
          <p:spPr>
            <a:xfrm>
              <a:off x="4283725" y="4767197"/>
              <a:ext cx="1176034" cy="1184940"/>
            </a:xfrm>
            <a:prstGeom prst="rect">
              <a:avLst/>
            </a:prstGeom>
            <a:noFill/>
          </p:spPr>
          <p:txBody>
            <a:bodyPr wrap="square" tIns="0" rtlCol="0">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sz="800" b="1" i="0" strike="noStrike" kern="1200" cap="none" spc="0" normalizeH="0" baseline="0" noProof="0" dirty="0">
                  <a:ln>
                    <a:noFill/>
                  </a:ln>
                  <a:solidFill>
                    <a:srgbClr val="000000"/>
                  </a:solidFill>
                  <a:effectLst/>
                  <a:uLnTx/>
                  <a:uFillTx/>
                  <a:latin typeface="+mj-lt"/>
                  <a:cs typeface="Arial" pitchFamily="34" charset="0"/>
                </a:rPr>
                <a:t>Morris Wheeler</a:t>
              </a:r>
            </a:p>
            <a:p>
              <a:pPr marL="0" marR="0" lvl="0" indent="0" algn="just" defTabSz="914400" rtl="0" eaLnBrk="0" fontAlgn="base" latinLnBrk="0" hangingPunct="0">
                <a:lnSpc>
                  <a:spcPct val="100000"/>
                </a:lnSpc>
                <a:spcBef>
                  <a:spcPct val="0"/>
                </a:spcBef>
                <a:spcAft>
                  <a:spcPct val="0"/>
                </a:spcAft>
                <a:buClrTx/>
                <a:buSzTx/>
                <a:buFontTx/>
                <a:buNone/>
                <a:tabLst/>
                <a:defRPr/>
              </a:pPr>
              <a:r>
                <a:rPr lang="en-US" sz="800" i="1" dirty="0">
                  <a:solidFill>
                    <a:srgbClr val="000000"/>
                  </a:solidFill>
                  <a:latin typeface="+mj-lt"/>
                </a:rPr>
                <a:t>Senior Fund Advisor</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US" sz="500" i="1" strike="noStrike" kern="1200" cap="none" spc="0" normalizeH="0" baseline="0" noProof="0" dirty="0">
                <a:ln>
                  <a:noFill/>
                </a:ln>
                <a:solidFill>
                  <a:srgbClr val="000000"/>
                </a:solidFill>
                <a:effectLst/>
                <a:uLnTx/>
                <a:uFillTx/>
                <a:latin typeface="+mj-lt"/>
                <a:cs typeface="Arial" pitchFamily="34" charset="0"/>
              </a:endParaRPr>
            </a:p>
            <a:p>
              <a:pPr marR="0" lvl="0" algn="just" defTabSz="914400" rtl="0" eaLnBrk="0" fontAlgn="base" latinLnBrk="0" hangingPunct="0">
                <a:lnSpc>
                  <a:spcPct val="100000"/>
                </a:lnSpc>
                <a:spcBef>
                  <a:spcPct val="0"/>
                </a:spcBef>
                <a:spcAft>
                  <a:spcPct val="0"/>
                </a:spcAft>
                <a:buClrTx/>
                <a:buSzTx/>
                <a:tabLst/>
                <a:defRPr/>
              </a:pPr>
              <a:r>
                <a:rPr lang="en-US" sz="650" u="sng" dirty="0">
                  <a:solidFill>
                    <a:srgbClr val="000000"/>
                  </a:solidFill>
                  <a:latin typeface="+mj-lt"/>
                </a:rPr>
                <a:t>Education</a:t>
              </a:r>
            </a:p>
            <a:p>
              <a:pPr marR="0" lvl="0" algn="just" defTabSz="914400" rtl="0" eaLnBrk="0" fontAlgn="base" latinLnBrk="0" hangingPunct="0">
                <a:lnSpc>
                  <a:spcPct val="100000"/>
                </a:lnSpc>
                <a:spcBef>
                  <a:spcPct val="0"/>
                </a:spcBef>
                <a:spcAft>
                  <a:spcPct val="0"/>
                </a:spcAft>
                <a:buClrTx/>
                <a:buSzTx/>
                <a:tabLst/>
                <a:defRPr/>
              </a:pPr>
              <a:r>
                <a:rPr lang="en-US" sz="650" dirty="0">
                  <a:solidFill>
                    <a:srgbClr val="000000"/>
                  </a:solidFill>
                  <a:latin typeface="+mj-lt"/>
                </a:rPr>
                <a:t>BA UMass</a:t>
              </a:r>
            </a:p>
            <a:p>
              <a:pPr marR="0" lvl="0" algn="just" defTabSz="914400" rtl="0" eaLnBrk="0" fontAlgn="base" latinLnBrk="0" hangingPunct="0">
                <a:lnSpc>
                  <a:spcPct val="100000"/>
                </a:lnSpc>
                <a:spcBef>
                  <a:spcPct val="0"/>
                </a:spcBef>
                <a:spcAft>
                  <a:spcPct val="0"/>
                </a:spcAft>
                <a:buClrTx/>
                <a:buSzTx/>
                <a:tabLst/>
                <a:defRPr/>
              </a:pPr>
              <a:r>
                <a:rPr kumimoji="0" lang="en-US" sz="650" strike="noStrike" kern="1200" cap="none" spc="0" normalizeH="0" baseline="0" noProof="0" dirty="0">
                  <a:ln>
                    <a:noFill/>
                  </a:ln>
                  <a:solidFill>
                    <a:srgbClr val="000000"/>
                  </a:solidFill>
                  <a:effectLst/>
                  <a:uLnTx/>
                  <a:uFillTx/>
                  <a:latin typeface="+mj-lt"/>
                  <a:cs typeface="Arial" pitchFamily="34" charset="0"/>
                </a:rPr>
                <a:t>JD Yale Law School</a:t>
              </a:r>
            </a:p>
            <a:p>
              <a:pPr marR="0" lvl="0" algn="just" defTabSz="914400" rtl="0" eaLnBrk="0" fontAlgn="base" latinLnBrk="0" hangingPunct="0">
                <a:lnSpc>
                  <a:spcPct val="100000"/>
                </a:lnSpc>
                <a:spcBef>
                  <a:spcPct val="0"/>
                </a:spcBef>
                <a:spcAft>
                  <a:spcPct val="0"/>
                </a:spcAft>
                <a:buClrTx/>
                <a:buSzTx/>
                <a:tabLst/>
                <a:defRPr/>
              </a:pPr>
              <a:endParaRPr kumimoji="0" lang="en-US" sz="650" u="sng" strike="noStrike" kern="1200" cap="none" spc="0" normalizeH="0" baseline="0" noProof="0" dirty="0">
                <a:ln>
                  <a:noFill/>
                </a:ln>
                <a:solidFill>
                  <a:srgbClr val="000000"/>
                </a:solidFill>
                <a:effectLst/>
                <a:uLnTx/>
                <a:uFillTx/>
                <a:latin typeface="+mj-lt"/>
                <a:cs typeface="Arial" pitchFamily="34" charset="0"/>
              </a:endParaRPr>
            </a:p>
            <a:p>
              <a:pPr marR="0" lvl="0" algn="just" defTabSz="914400" rtl="0" eaLnBrk="0" fontAlgn="base" latinLnBrk="0" hangingPunct="0">
                <a:lnSpc>
                  <a:spcPct val="100000"/>
                </a:lnSpc>
                <a:spcBef>
                  <a:spcPct val="0"/>
                </a:spcBef>
                <a:spcAft>
                  <a:spcPct val="0"/>
                </a:spcAft>
                <a:buClrTx/>
                <a:buSzTx/>
                <a:tabLst/>
                <a:defRPr/>
              </a:pPr>
              <a:r>
                <a:rPr kumimoji="0" lang="en-US" sz="650" u="sng" strike="noStrike" kern="1200" cap="none" spc="0" normalizeH="0" baseline="0" noProof="0" dirty="0">
                  <a:ln>
                    <a:noFill/>
                  </a:ln>
                  <a:solidFill>
                    <a:srgbClr val="000000"/>
                  </a:solidFill>
                  <a:effectLst/>
                  <a:uLnTx/>
                  <a:uFillTx/>
                  <a:latin typeface="+mj-lt"/>
                  <a:cs typeface="Arial" pitchFamily="34" charset="0"/>
                </a:rPr>
                <a:t>Past Experience</a:t>
              </a:r>
            </a:p>
            <a:p>
              <a:pPr marR="0" lvl="0" algn="just" defTabSz="914400" rtl="0" eaLnBrk="0" fontAlgn="base" latinLnBrk="0" hangingPunct="0">
                <a:lnSpc>
                  <a:spcPct val="100000"/>
                </a:lnSpc>
                <a:spcBef>
                  <a:spcPct val="0"/>
                </a:spcBef>
                <a:spcAft>
                  <a:spcPct val="0"/>
                </a:spcAft>
                <a:buClrTx/>
                <a:buSzTx/>
                <a:tabLst/>
                <a:defRPr/>
              </a:pPr>
              <a:r>
                <a:rPr kumimoji="0" lang="en-US" sz="650" strike="noStrike" kern="1200" cap="none" spc="0" normalizeH="0" baseline="0" noProof="0" dirty="0">
                  <a:ln>
                    <a:noFill/>
                  </a:ln>
                  <a:solidFill>
                    <a:srgbClr val="000000"/>
                  </a:solidFill>
                  <a:effectLst/>
                  <a:uLnTx/>
                  <a:uFillTx/>
                  <a:latin typeface="+mj-lt"/>
                  <a:cs typeface="Arial" pitchFamily="34" charset="0"/>
                </a:rPr>
                <a:t>VersaFlex</a:t>
              </a:r>
            </a:p>
            <a:p>
              <a:pPr marR="0" lvl="0" algn="just" defTabSz="914400" rtl="0" eaLnBrk="0" fontAlgn="base" latinLnBrk="0" hangingPunct="0">
                <a:lnSpc>
                  <a:spcPct val="100000"/>
                </a:lnSpc>
                <a:spcBef>
                  <a:spcPct val="0"/>
                </a:spcBef>
                <a:spcAft>
                  <a:spcPct val="0"/>
                </a:spcAft>
                <a:buClrTx/>
                <a:buSzTx/>
                <a:tabLst/>
                <a:defRPr/>
              </a:pPr>
              <a:r>
                <a:rPr lang="en-US" sz="650" dirty="0" err="1">
                  <a:solidFill>
                    <a:srgbClr val="000000"/>
                  </a:solidFill>
                  <a:latin typeface="+mj-lt"/>
                </a:rPr>
                <a:t>Cohesant</a:t>
              </a:r>
              <a:endParaRPr lang="en-US" sz="650">
                <a:solidFill>
                  <a:srgbClr val="000000"/>
                </a:solidFill>
                <a:latin typeface="+mj-lt"/>
              </a:endParaRPr>
            </a:p>
            <a:p>
              <a:pPr marR="0" lvl="0" algn="just" defTabSz="914400" rtl="0" eaLnBrk="0" fontAlgn="base" latinLnBrk="0" hangingPunct="0">
                <a:lnSpc>
                  <a:spcPct val="100000"/>
                </a:lnSpc>
                <a:spcBef>
                  <a:spcPct val="0"/>
                </a:spcBef>
                <a:spcAft>
                  <a:spcPct val="0"/>
                </a:spcAft>
                <a:buClrTx/>
                <a:buSzTx/>
                <a:tabLst/>
                <a:defRPr/>
              </a:pPr>
              <a:r>
                <a:rPr lang="en-US" sz="650">
                  <a:solidFill>
                    <a:srgbClr val="000000"/>
                  </a:solidFill>
                  <a:latin typeface="+mj-lt"/>
                </a:rPr>
                <a:t>Drummond Road Capital</a:t>
              </a:r>
            </a:p>
          </p:txBody>
        </p:sp>
      </p:grpSp>
      <p:grpSp>
        <p:nvGrpSpPr>
          <p:cNvPr id="50" name="Group 49">
            <a:extLst>
              <a:ext uri="{FF2B5EF4-FFF2-40B4-BE49-F238E27FC236}">
                <a16:creationId xmlns:a16="http://schemas.microsoft.com/office/drawing/2014/main" id="{EE83D1F4-45DB-6519-D95D-F4759D7DDC8A}"/>
              </a:ext>
            </a:extLst>
          </p:cNvPr>
          <p:cNvGrpSpPr/>
          <p:nvPr/>
        </p:nvGrpSpPr>
        <p:grpSpPr>
          <a:xfrm>
            <a:off x="6307250" y="4649401"/>
            <a:ext cx="2103679" cy="1485022"/>
            <a:chOff x="6558141" y="4764775"/>
            <a:chExt cx="2103679" cy="1485022"/>
          </a:xfrm>
        </p:grpSpPr>
        <p:sp>
          <p:nvSpPr>
            <p:cNvPr id="51" name="TextBox 50">
              <a:extLst>
                <a:ext uri="{FF2B5EF4-FFF2-40B4-BE49-F238E27FC236}">
                  <a16:creationId xmlns:a16="http://schemas.microsoft.com/office/drawing/2014/main" id="{CCD6B95F-84A5-89B7-AEAF-7EDED140D917}"/>
                </a:ext>
              </a:extLst>
            </p:cNvPr>
            <p:cNvSpPr txBox="1"/>
            <p:nvPr/>
          </p:nvSpPr>
          <p:spPr>
            <a:xfrm>
              <a:off x="7482244" y="4764775"/>
              <a:ext cx="1179576" cy="1485022"/>
            </a:xfrm>
            <a:prstGeom prst="rect">
              <a:avLst/>
            </a:prstGeom>
            <a:noFill/>
          </p:spPr>
          <p:txBody>
            <a:bodyPr wrap="square" tIns="0" rtlCol="0">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sz="800" b="1" i="0" strike="noStrike" kern="1200" cap="none" spc="0" normalizeH="0" baseline="0" noProof="0">
                  <a:ln>
                    <a:noFill/>
                  </a:ln>
                  <a:solidFill>
                    <a:srgbClr val="000000"/>
                  </a:solidFill>
                  <a:effectLst/>
                  <a:uLnTx/>
                  <a:uFillTx/>
                  <a:latin typeface="+mj-lt"/>
                  <a:cs typeface="Arial" pitchFamily="34" charset="0"/>
                </a:rPr>
                <a:t>Rob Pawlak</a:t>
              </a:r>
            </a:p>
            <a:p>
              <a:pPr marL="0" marR="0" lvl="0" indent="0" algn="just" defTabSz="914400" rtl="0" eaLnBrk="0" fontAlgn="base" latinLnBrk="0" hangingPunct="0">
                <a:lnSpc>
                  <a:spcPct val="100000"/>
                </a:lnSpc>
                <a:spcBef>
                  <a:spcPct val="0"/>
                </a:spcBef>
                <a:spcAft>
                  <a:spcPct val="0"/>
                </a:spcAft>
                <a:buClrTx/>
                <a:buSzTx/>
                <a:buFontTx/>
                <a:buNone/>
                <a:tabLst/>
                <a:defRPr/>
              </a:pPr>
              <a:r>
                <a:rPr lang="en-US" sz="800" i="1">
                  <a:solidFill>
                    <a:srgbClr val="000000"/>
                  </a:solidFill>
                  <a:latin typeface="+mj-lt"/>
                </a:rPr>
                <a:t>Operating Partner</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US" sz="500" i="1" strike="noStrike" kern="1200" cap="none" spc="0" normalizeH="0" baseline="0" noProof="0">
                <a:ln>
                  <a:noFill/>
                </a:ln>
                <a:solidFill>
                  <a:srgbClr val="000000"/>
                </a:solidFill>
                <a:effectLst/>
                <a:uLnTx/>
                <a:uFillTx/>
                <a:latin typeface="+mj-lt"/>
                <a:cs typeface="Arial" pitchFamily="34" charset="0"/>
              </a:endParaRPr>
            </a:p>
            <a:p>
              <a:pPr marR="0" lvl="0" algn="just" defTabSz="914400" rtl="0" eaLnBrk="0" fontAlgn="base" latinLnBrk="0" hangingPunct="0">
                <a:lnSpc>
                  <a:spcPct val="100000"/>
                </a:lnSpc>
                <a:spcBef>
                  <a:spcPct val="0"/>
                </a:spcBef>
                <a:spcAft>
                  <a:spcPct val="0"/>
                </a:spcAft>
                <a:buClrTx/>
                <a:buSzTx/>
                <a:tabLst/>
                <a:defRPr/>
              </a:pPr>
              <a:r>
                <a:rPr lang="en-US" sz="650" u="sng">
                  <a:solidFill>
                    <a:srgbClr val="000000"/>
                  </a:solidFill>
                  <a:latin typeface="+mj-lt"/>
                </a:rPr>
                <a:t>Education</a:t>
              </a:r>
            </a:p>
            <a:p>
              <a:pPr marR="0" lvl="0" algn="just" defTabSz="914400" rtl="0" eaLnBrk="0" fontAlgn="base" latinLnBrk="0" hangingPunct="0">
                <a:lnSpc>
                  <a:spcPct val="100000"/>
                </a:lnSpc>
                <a:spcBef>
                  <a:spcPct val="0"/>
                </a:spcBef>
                <a:spcAft>
                  <a:spcPct val="0"/>
                </a:spcAft>
                <a:buClrTx/>
                <a:buSzTx/>
                <a:tabLst/>
                <a:defRPr/>
              </a:pPr>
              <a:r>
                <a:rPr lang="en-US" sz="650">
                  <a:solidFill>
                    <a:srgbClr val="000000"/>
                  </a:solidFill>
                  <a:latin typeface="+mj-lt"/>
                </a:rPr>
                <a:t>BA University of Indiana</a:t>
              </a:r>
            </a:p>
            <a:p>
              <a:pPr marR="0" lvl="0" algn="just" defTabSz="914400" rtl="0" eaLnBrk="0" fontAlgn="base" latinLnBrk="0" hangingPunct="0">
                <a:lnSpc>
                  <a:spcPct val="100000"/>
                </a:lnSpc>
                <a:spcBef>
                  <a:spcPct val="0"/>
                </a:spcBef>
                <a:spcAft>
                  <a:spcPct val="0"/>
                </a:spcAft>
                <a:buClrTx/>
                <a:buSzTx/>
                <a:tabLst/>
                <a:defRPr/>
              </a:pPr>
              <a:r>
                <a:rPr kumimoji="0" lang="en-US" sz="650" strike="noStrike" kern="1200" cap="none" spc="0" normalizeH="0" baseline="0" noProof="0">
                  <a:ln>
                    <a:noFill/>
                  </a:ln>
                  <a:solidFill>
                    <a:srgbClr val="000000"/>
                  </a:solidFill>
                  <a:effectLst/>
                  <a:uLnTx/>
                  <a:uFillTx/>
                  <a:latin typeface="+mj-lt"/>
                  <a:cs typeface="Arial" pitchFamily="34" charset="0"/>
                </a:rPr>
                <a:t>MBA University of Indiana</a:t>
              </a:r>
            </a:p>
            <a:p>
              <a:pPr marR="0" lvl="0" algn="just" defTabSz="914400" rtl="0" eaLnBrk="0" fontAlgn="base" latinLnBrk="0" hangingPunct="0">
                <a:lnSpc>
                  <a:spcPct val="100000"/>
                </a:lnSpc>
                <a:spcBef>
                  <a:spcPct val="0"/>
                </a:spcBef>
                <a:spcAft>
                  <a:spcPct val="0"/>
                </a:spcAft>
                <a:buClrTx/>
                <a:buSzTx/>
                <a:tabLst/>
                <a:defRPr/>
              </a:pPr>
              <a:endParaRPr lang="en-US" sz="650">
                <a:solidFill>
                  <a:srgbClr val="000000"/>
                </a:solidFill>
                <a:latin typeface="+mj-lt"/>
              </a:endParaRPr>
            </a:p>
            <a:p>
              <a:pPr marR="0" lvl="0" algn="just" defTabSz="914400" rtl="0" eaLnBrk="0" fontAlgn="base" latinLnBrk="0" hangingPunct="0">
                <a:lnSpc>
                  <a:spcPct val="100000"/>
                </a:lnSpc>
                <a:spcBef>
                  <a:spcPct val="0"/>
                </a:spcBef>
                <a:spcAft>
                  <a:spcPct val="0"/>
                </a:spcAft>
                <a:buClrTx/>
                <a:buSzTx/>
                <a:tabLst/>
                <a:defRPr/>
              </a:pPr>
              <a:r>
                <a:rPr lang="en-US" sz="650" u="sng">
                  <a:solidFill>
                    <a:srgbClr val="000000"/>
                  </a:solidFill>
                  <a:latin typeface="+mj-lt"/>
                </a:rPr>
                <a:t>Current Board Seats</a:t>
              </a:r>
            </a:p>
            <a:p>
              <a:pPr marR="0" lvl="0" defTabSz="914400" rtl="0" eaLnBrk="0" fontAlgn="base" latinLnBrk="0" hangingPunct="0">
                <a:lnSpc>
                  <a:spcPct val="100000"/>
                </a:lnSpc>
                <a:spcBef>
                  <a:spcPct val="0"/>
                </a:spcBef>
                <a:spcAft>
                  <a:spcPct val="0"/>
                </a:spcAft>
                <a:buClrTx/>
                <a:buSzTx/>
                <a:tabLst/>
                <a:defRPr/>
              </a:pPr>
              <a:r>
                <a:rPr lang="en-US" sz="650">
                  <a:solidFill>
                    <a:srgbClr val="000000"/>
                  </a:solidFill>
                  <a:latin typeface="+mj-lt"/>
                </a:rPr>
                <a:t>Key Polymer, API, Polymer Adhesives</a:t>
              </a:r>
            </a:p>
            <a:p>
              <a:pPr marR="0" lvl="0" algn="just" defTabSz="914400" rtl="0" eaLnBrk="0" fontAlgn="base" latinLnBrk="0" hangingPunct="0">
                <a:lnSpc>
                  <a:spcPct val="100000"/>
                </a:lnSpc>
                <a:spcBef>
                  <a:spcPct val="0"/>
                </a:spcBef>
                <a:spcAft>
                  <a:spcPct val="0"/>
                </a:spcAft>
                <a:buClrTx/>
                <a:buSzTx/>
                <a:tabLst/>
                <a:defRPr/>
              </a:pPr>
              <a:endParaRPr kumimoji="0" lang="en-US" sz="650" u="sng" strike="noStrike" kern="1200" cap="none" spc="0" normalizeH="0" baseline="0" noProof="0">
                <a:ln>
                  <a:noFill/>
                </a:ln>
                <a:solidFill>
                  <a:srgbClr val="000000"/>
                </a:solidFill>
                <a:effectLst/>
                <a:uLnTx/>
                <a:uFillTx/>
                <a:latin typeface="+mj-lt"/>
                <a:cs typeface="Arial" pitchFamily="34" charset="0"/>
              </a:endParaRPr>
            </a:p>
            <a:p>
              <a:pPr marR="0" lvl="0" algn="just" defTabSz="914400" rtl="0" eaLnBrk="0" fontAlgn="base" latinLnBrk="0" hangingPunct="0">
                <a:lnSpc>
                  <a:spcPct val="100000"/>
                </a:lnSpc>
                <a:spcBef>
                  <a:spcPct val="0"/>
                </a:spcBef>
                <a:spcAft>
                  <a:spcPct val="0"/>
                </a:spcAft>
                <a:buClrTx/>
                <a:buSzTx/>
                <a:tabLst/>
                <a:defRPr/>
              </a:pPr>
              <a:r>
                <a:rPr kumimoji="0" lang="en-US" sz="650" u="sng" strike="noStrike" kern="1200" cap="none" spc="0" normalizeH="0" baseline="0" noProof="0">
                  <a:ln>
                    <a:noFill/>
                  </a:ln>
                  <a:solidFill>
                    <a:srgbClr val="000000"/>
                  </a:solidFill>
                  <a:effectLst/>
                  <a:uLnTx/>
                  <a:uFillTx/>
                  <a:latin typeface="+mj-lt"/>
                  <a:cs typeface="Arial" pitchFamily="34" charset="0"/>
                </a:rPr>
                <a:t>Past Experience</a:t>
              </a:r>
            </a:p>
            <a:p>
              <a:pPr marR="0" lvl="0" algn="just" defTabSz="914400" rtl="0" eaLnBrk="0" fontAlgn="base" latinLnBrk="0" hangingPunct="0">
                <a:lnSpc>
                  <a:spcPct val="100000"/>
                </a:lnSpc>
                <a:spcBef>
                  <a:spcPct val="0"/>
                </a:spcBef>
                <a:spcAft>
                  <a:spcPct val="0"/>
                </a:spcAft>
                <a:buClrTx/>
                <a:buSzTx/>
                <a:tabLst/>
                <a:defRPr/>
              </a:pPr>
              <a:r>
                <a:rPr kumimoji="0" lang="en-US" sz="650" strike="noStrike" kern="1200" cap="none" spc="0" normalizeH="0" baseline="0" noProof="0">
                  <a:ln>
                    <a:noFill/>
                  </a:ln>
                  <a:solidFill>
                    <a:srgbClr val="000000"/>
                  </a:solidFill>
                  <a:effectLst/>
                  <a:uLnTx/>
                  <a:uFillTx/>
                  <a:latin typeface="+mj-lt"/>
                  <a:cs typeface="Arial" pitchFamily="34" charset="0"/>
                </a:rPr>
                <a:t>VersaFlex</a:t>
              </a:r>
            </a:p>
            <a:p>
              <a:pPr marR="0" lvl="0" algn="just" defTabSz="914400" rtl="0" eaLnBrk="0" fontAlgn="base" latinLnBrk="0" hangingPunct="0">
                <a:lnSpc>
                  <a:spcPct val="100000"/>
                </a:lnSpc>
                <a:spcBef>
                  <a:spcPct val="0"/>
                </a:spcBef>
                <a:spcAft>
                  <a:spcPct val="0"/>
                </a:spcAft>
                <a:buClrTx/>
                <a:buSzTx/>
                <a:tabLst/>
                <a:defRPr/>
              </a:pPr>
              <a:r>
                <a:rPr lang="en-US" sz="650">
                  <a:solidFill>
                    <a:srgbClr val="000000"/>
                  </a:solidFill>
                  <a:latin typeface="+mj-lt"/>
                </a:rPr>
                <a:t>Raven Lining Systems</a:t>
              </a:r>
            </a:p>
          </p:txBody>
        </p:sp>
        <p:pic>
          <p:nvPicPr>
            <p:cNvPr id="52" name="Picture 2" descr="Profile photo of Robert Pawlak">
              <a:extLst>
                <a:ext uri="{FF2B5EF4-FFF2-40B4-BE49-F238E27FC236}">
                  <a16:creationId xmlns:a16="http://schemas.microsoft.com/office/drawing/2014/main" id="{71C37278-717F-8E33-BD02-52E1C85A4A02}"/>
                </a:ext>
              </a:extLst>
            </p:cNvPr>
            <p:cNvPicPr>
              <a:picLocks noChangeAspect="1" noChangeArrowheads="1"/>
            </p:cNvPicPr>
            <p:nvPr/>
          </p:nvPicPr>
          <p:blipFill rotWithShape="1">
            <a:blip r:embed="rId14" cstate="print">
              <a:extLst>
                <a:ext uri="{BEBA8EAE-BF5A-486C-A8C5-ECC9F3942E4B}">
                  <a14:imgProps xmlns:a14="http://schemas.microsoft.com/office/drawing/2010/main">
                    <a14:imgLayer r:embed="rId15">
                      <a14:imgEffect>
                        <a14:saturation sat="0"/>
                      </a14:imgEffect>
                    </a14:imgLayer>
                  </a14:imgProps>
                </a:ext>
                <a:ext uri="{28A0092B-C50C-407E-A947-70E740481C1C}">
                  <a14:useLocalDpi xmlns:a14="http://schemas.microsoft.com/office/drawing/2010/main" val="0"/>
                </a:ext>
              </a:extLst>
            </a:blip>
            <a:srcRect l="12587" r="17020"/>
            <a:stretch/>
          </p:blipFill>
          <p:spPr bwMode="auto">
            <a:xfrm>
              <a:off x="6558141" y="4764775"/>
              <a:ext cx="977757" cy="140322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3" name="Group 52">
            <a:extLst>
              <a:ext uri="{FF2B5EF4-FFF2-40B4-BE49-F238E27FC236}">
                <a16:creationId xmlns:a16="http://schemas.microsoft.com/office/drawing/2014/main" id="{C0E53870-E2FC-C468-19DA-B81E892DD585}"/>
              </a:ext>
            </a:extLst>
          </p:cNvPr>
          <p:cNvGrpSpPr/>
          <p:nvPr/>
        </p:nvGrpSpPr>
        <p:grpSpPr>
          <a:xfrm>
            <a:off x="871359" y="4649401"/>
            <a:ext cx="2182373" cy="1406243"/>
            <a:chOff x="1080232" y="4717837"/>
            <a:chExt cx="2182373" cy="1406243"/>
          </a:xfrm>
        </p:grpSpPr>
        <p:pic>
          <p:nvPicPr>
            <p:cNvPr id="54" name="Picture 53">
              <a:extLst>
                <a:ext uri="{FF2B5EF4-FFF2-40B4-BE49-F238E27FC236}">
                  <a16:creationId xmlns:a16="http://schemas.microsoft.com/office/drawing/2014/main" id="{BF8699E0-988C-4010-39A2-B1B6A8592A88}"/>
                </a:ext>
              </a:extLst>
            </p:cNvPr>
            <p:cNvPicPr>
              <a:picLocks noChangeAspect="1"/>
            </p:cNvPicPr>
            <p:nvPr/>
          </p:nvPicPr>
          <p:blipFill>
            <a:blip r:embed="rId16">
              <a:extLst>
                <a:ext uri="{BEBA8EAE-BF5A-486C-A8C5-ECC9F3942E4B}">
                  <a14:imgProps xmlns:a14="http://schemas.microsoft.com/office/drawing/2010/main">
                    <a14:imgLayer r:embed="rId17">
                      <a14:imgEffect>
                        <a14:saturation sat="0"/>
                      </a14:imgEffect>
                    </a14:imgLayer>
                  </a14:imgProps>
                </a:ext>
              </a:extLst>
            </a:blip>
            <a:srcRect l="11945" r="13312"/>
            <a:stretch>
              <a:fillRect/>
            </a:stretch>
          </p:blipFill>
          <p:spPr>
            <a:xfrm>
              <a:off x="1080232" y="4717838"/>
              <a:ext cx="1051065" cy="1406242"/>
            </a:xfrm>
            <a:prstGeom prst="rect">
              <a:avLst/>
            </a:prstGeom>
          </p:spPr>
        </p:pic>
        <p:sp>
          <p:nvSpPr>
            <p:cNvPr id="55" name="TextBox 54">
              <a:extLst>
                <a:ext uri="{FF2B5EF4-FFF2-40B4-BE49-F238E27FC236}">
                  <a16:creationId xmlns:a16="http://schemas.microsoft.com/office/drawing/2014/main" id="{2095DCC3-D1B5-C91C-09E7-30F791679C0E}"/>
                </a:ext>
              </a:extLst>
            </p:cNvPr>
            <p:cNvSpPr txBox="1"/>
            <p:nvPr/>
          </p:nvSpPr>
          <p:spPr>
            <a:xfrm>
              <a:off x="2086571" y="4717837"/>
              <a:ext cx="1176034" cy="569387"/>
            </a:xfrm>
            <a:prstGeom prst="rect">
              <a:avLst/>
            </a:prstGeom>
            <a:noFill/>
          </p:spPr>
          <p:txBody>
            <a:bodyPr wrap="square" tIns="0" rtlCol="0">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sz="800" b="1" i="0" strike="noStrike" kern="1200" cap="none" spc="0" normalizeH="0" baseline="0" noProof="0">
                  <a:ln>
                    <a:noFill/>
                  </a:ln>
                  <a:solidFill>
                    <a:srgbClr val="000000"/>
                  </a:solidFill>
                  <a:effectLst/>
                  <a:uLnTx/>
                  <a:uFillTx/>
                  <a:latin typeface="+mj-lt"/>
                  <a:cs typeface="Arial" pitchFamily="34" charset="0"/>
                </a:rPr>
                <a:t>Jack Richards</a:t>
              </a:r>
            </a:p>
            <a:p>
              <a:pPr marL="0" marR="0" lvl="0" indent="0" algn="just" defTabSz="914400" rtl="0" eaLnBrk="0" fontAlgn="base" latinLnBrk="0" hangingPunct="0">
                <a:lnSpc>
                  <a:spcPct val="100000"/>
                </a:lnSpc>
                <a:spcBef>
                  <a:spcPct val="0"/>
                </a:spcBef>
                <a:spcAft>
                  <a:spcPct val="0"/>
                </a:spcAft>
                <a:buClrTx/>
                <a:buSzTx/>
                <a:buFontTx/>
                <a:buNone/>
                <a:tabLst/>
                <a:defRPr/>
              </a:pPr>
              <a:r>
                <a:rPr lang="en-US" sz="800" i="1">
                  <a:solidFill>
                    <a:srgbClr val="000000"/>
                  </a:solidFill>
                  <a:latin typeface="+mj-lt"/>
                </a:rPr>
                <a:t>Analyst</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US" sz="500" i="1" strike="noStrike" kern="1200" cap="none" spc="0" normalizeH="0" baseline="0" noProof="0">
                <a:ln>
                  <a:noFill/>
                </a:ln>
                <a:solidFill>
                  <a:srgbClr val="000000"/>
                </a:solidFill>
                <a:effectLst/>
                <a:uLnTx/>
                <a:uFillTx/>
                <a:latin typeface="+mj-lt"/>
                <a:cs typeface="Arial" pitchFamily="34" charset="0"/>
              </a:endParaRPr>
            </a:p>
            <a:p>
              <a:pPr marR="0" lvl="0" algn="just" defTabSz="914400" rtl="0" eaLnBrk="0" fontAlgn="base" latinLnBrk="0" hangingPunct="0">
                <a:lnSpc>
                  <a:spcPct val="100000"/>
                </a:lnSpc>
                <a:spcBef>
                  <a:spcPct val="0"/>
                </a:spcBef>
                <a:spcAft>
                  <a:spcPct val="0"/>
                </a:spcAft>
                <a:buClrTx/>
                <a:buSzTx/>
                <a:tabLst/>
                <a:defRPr/>
              </a:pPr>
              <a:r>
                <a:rPr lang="en-US" sz="650" u="sng">
                  <a:solidFill>
                    <a:srgbClr val="000000"/>
                  </a:solidFill>
                  <a:latin typeface="+mj-lt"/>
                </a:rPr>
                <a:t>Education</a:t>
              </a:r>
            </a:p>
            <a:p>
              <a:pPr marR="0" lvl="0" algn="just" defTabSz="914400" rtl="0" eaLnBrk="0" fontAlgn="base" latinLnBrk="0" hangingPunct="0">
                <a:lnSpc>
                  <a:spcPct val="100000"/>
                </a:lnSpc>
                <a:spcBef>
                  <a:spcPct val="0"/>
                </a:spcBef>
                <a:spcAft>
                  <a:spcPct val="0"/>
                </a:spcAft>
                <a:buClrTx/>
                <a:buSzTx/>
                <a:tabLst/>
                <a:defRPr/>
              </a:pPr>
              <a:r>
                <a:rPr lang="en-US" sz="650">
                  <a:solidFill>
                    <a:srgbClr val="000000"/>
                  </a:solidFill>
                  <a:latin typeface="+mj-lt"/>
                </a:rPr>
                <a:t>BBA University of Missouri</a:t>
              </a:r>
            </a:p>
          </p:txBody>
        </p:sp>
      </p:grpSp>
      <p:sp>
        <p:nvSpPr>
          <p:cNvPr id="6" name="Text Placeholder 5">
            <a:extLst>
              <a:ext uri="{FF2B5EF4-FFF2-40B4-BE49-F238E27FC236}">
                <a16:creationId xmlns:a16="http://schemas.microsoft.com/office/drawing/2014/main" id="{5799A987-BB39-8962-EFBD-5528C215A6A4}"/>
              </a:ext>
            </a:extLst>
          </p:cNvPr>
          <p:cNvSpPr>
            <a:spLocks noGrp="1"/>
          </p:cNvSpPr>
          <p:nvPr>
            <p:ph type="body" sz="quarter" idx="30"/>
          </p:nvPr>
        </p:nvSpPr>
        <p:spPr/>
        <p:txBody>
          <a:bodyPr/>
          <a:lstStyle/>
          <a:p>
            <a:endParaRPr lang="en-US"/>
          </a:p>
        </p:txBody>
      </p:sp>
    </p:spTree>
    <p:extLst>
      <p:ext uri="{BB962C8B-B14F-4D97-AF65-F5344CB8AC3E}">
        <p14:creationId xmlns:p14="http://schemas.microsoft.com/office/powerpoint/2010/main" val="1296948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0B8F5511-6C73-8C00-4A82-0D7F89554F0F}"/>
              </a:ext>
            </a:extLst>
          </p:cNvPr>
          <p:cNvPicPr>
            <a:picLocks noChangeAspect="1"/>
          </p:cNvPicPr>
          <p:nvPr/>
        </p:nvPicPr>
        <p:blipFill>
          <a:blip r:embed="rId2"/>
          <a:stretch>
            <a:fillRect/>
          </a:stretch>
        </p:blipFill>
        <p:spPr>
          <a:xfrm>
            <a:off x="2792687" y="2325213"/>
            <a:ext cx="538263" cy="234455"/>
          </a:xfrm>
          <a:prstGeom prst="rect">
            <a:avLst/>
          </a:prstGeom>
        </p:spPr>
      </p:pic>
      <p:sp>
        <p:nvSpPr>
          <p:cNvPr id="4" name="Slide Number Placeholder 3">
            <a:extLst>
              <a:ext uri="{FF2B5EF4-FFF2-40B4-BE49-F238E27FC236}">
                <a16:creationId xmlns:a16="http://schemas.microsoft.com/office/drawing/2014/main" id="{F4E086F3-B513-34FC-78CB-3CB059B9C646}"/>
              </a:ext>
            </a:extLst>
          </p:cNvPr>
          <p:cNvSpPr>
            <a:spLocks noGrp="1"/>
          </p:cNvSpPr>
          <p:nvPr>
            <p:ph type="sldNum" sz="quarter" idx="31"/>
          </p:nvPr>
        </p:nvSpPr>
        <p:spPr/>
        <p:txBody>
          <a:bodyPr/>
          <a:lstStyle/>
          <a:p>
            <a:fld id="{7E3C215A-CA0B-463C-9D89-24248B22F3D6}" type="slidenum">
              <a:rPr lang="en-US" smtClean="0"/>
              <a:pPr/>
              <a:t>4</a:t>
            </a:fld>
            <a:endParaRPr lang="en-US"/>
          </a:p>
        </p:txBody>
      </p:sp>
      <p:sp>
        <p:nvSpPr>
          <p:cNvPr id="5" name="Title 4">
            <a:extLst>
              <a:ext uri="{FF2B5EF4-FFF2-40B4-BE49-F238E27FC236}">
                <a16:creationId xmlns:a16="http://schemas.microsoft.com/office/drawing/2014/main" id="{EA154C44-E8C1-84F8-D67D-6A5BA3AAB789}"/>
              </a:ext>
            </a:extLst>
          </p:cNvPr>
          <p:cNvSpPr>
            <a:spLocks noGrp="1"/>
          </p:cNvSpPr>
          <p:nvPr>
            <p:ph type="title"/>
          </p:nvPr>
        </p:nvSpPr>
        <p:spPr/>
        <p:txBody>
          <a:bodyPr/>
          <a:lstStyle/>
          <a:p>
            <a:r>
              <a:rPr lang="en-US"/>
              <a:t>DalFort </a:t>
            </a:r>
            <a:r>
              <a:rPr lang="en-US" dirty="0"/>
              <a:t>Investment Experience</a:t>
            </a:r>
          </a:p>
        </p:txBody>
      </p:sp>
      <p:graphicFrame>
        <p:nvGraphicFramePr>
          <p:cNvPr id="7" name="Table 6">
            <a:extLst>
              <a:ext uri="{FF2B5EF4-FFF2-40B4-BE49-F238E27FC236}">
                <a16:creationId xmlns:a16="http://schemas.microsoft.com/office/drawing/2014/main" id="{F8D73EF6-9572-9A25-E5BA-60CA0B1571D9}"/>
              </a:ext>
            </a:extLst>
          </p:cNvPr>
          <p:cNvGraphicFramePr>
            <a:graphicFrameLocks noGrp="1"/>
          </p:cNvGraphicFramePr>
          <p:nvPr>
            <p:extLst>
              <p:ext uri="{D42A27DB-BD31-4B8C-83A1-F6EECF244321}">
                <p14:modId xmlns:p14="http://schemas.microsoft.com/office/powerpoint/2010/main" val="364531607"/>
              </p:ext>
            </p:extLst>
          </p:nvPr>
        </p:nvGraphicFramePr>
        <p:xfrm>
          <a:off x="228598" y="841516"/>
          <a:ext cx="8686801" cy="5431536"/>
        </p:xfrm>
        <a:graphic>
          <a:graphicData uri="http://schemas.openxmlformats.org/drawingml/2006/table">
            <a:tbl>
              <a:tblPr>
                <a:tableStyleId>{5C22544A-7EE6-4342-B048-85BDC9FD1C3A}</a:tableStyleId>
              </a:tblPr>
              <a:tblGrid>
                <a:gridCol w="901559">
                  <a:extLst>
                    <a:ext uri="{9D8B030D-6E8A-4147-A177-3AD203B41FA5}">
                      <a16:colId xmlns:a16="http://schemas.microsoft.com/office/drawing/2014/main" val="443940188"/>
                    </a:ext>
                  </a:extLst>
                </a:gridCol>
                <a:gridCol w="1421513">
                  <a:extLst>
                    <a:ext uri="{9D8B030D-6E8A-4147-A177-3AD203B41FA5}">
                      <a16:colId xmlns:a16="http://schemas.microsoft.com/office/drawing/2014/main" val="1818239183"/>
                    </a:ext>
                  </a:extLst>
                </a:gridCol>
                <a:gridCol w="1056503">
                  <a:extLst>
                    <a:ext uri="{9D8B030D-6E8A-4147-A177-3AD203B41FA5}">
                      <a16:colId xmlns:a16="http://schemas.microsoft.com/office/drawing/2014/main" val="3330101075"/>
                    </a:ext>
                  </a:extLst>
                </a:gridCol>
                <a:gridCol w="1000897">
                  <a:extLst>
                    <a:ext uri="{9D8B030D-6E8A-4147-A177-3AD203B41FA5}">
                      <a16:colId xmlns:a16="http://schemas.microsoft.com/office/drawing/2014/main" val="2095731643"/>
                    </a:ext>
                  </a:extLst>
                </a:gridCol>
                <a:gridCol w="4306329">
                  <a:extLst>
                    <a:ext uri="{9D8B030D-6E8A-4147-A177-3AD203B41FA5}">
                      <a16:colId xmlns:a16="http://schemas.microsoft.com/office/drawing/2014/main" val="1739419935"/>
                    </a:ext>
                  </a:extLst>
                </a:gridCol>
              </a:tblGrid>
              <a:tr h="246888">
                <a:tc>
                  <a:txBody>
                    <a:bodyPr/>
                    <a:lstStyle/>
                    <a:p>
                      <a:pPr algn="ctr" fontAlgn="b"/>
                      <a:r>
                        <a:rPr lang="en-US" sz="1100" b="1" i="0" u="none" strike="noStrike">
                          <a:solidFill>
                            <a:schemeClr val="bg1"/>
                          </a:solidFill>
                          <a:effectLst/>
                          <a:latin typeface="+mj-lt"/>
                          <a:cs typeface="Times New Roman" panose="02020603050405020304" pitchFamily="18" charset="0"/>
                        </a:rPr>
                        <a:t>Status</a:t>
                      </a:r>
                    </a:p>
                  </a:txBody>
                  <a:tcPr marL="0" marR="0" marT="27432" marB="27432" anchor="ctr">
                    <a:lnL w="12700" cmpd="sng">
                      <a:noFill/>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66"/>
                    </a:solidFill>
                  </a:tcPr>
                </a:tc>
                <a:tc>
                  <a:txBody>
                    <a:bodyPr/>
                    <a:lstStyle/>
                    <a:p>
                      <a:pPr algn="ctr" fontAlgn="b"/>
                      <a:r>
                        <a:rPr lang="en-US" sz="1100" b="1" i="0" u="none" strike="noStrike">
                          <a:solidFill>
                            <a:schemeClr val="bg1"/>
                          </a:solidFill>
                          <a:effectLst/>
                          <a:latin typeface="+mj-lt"/>
                          <a:cs typeface="Times New Roman" panose="02020603050405020304" pitchFamily="18" charset="0"/>
                        </a:rPr>
                        <a:t>Platform</a:t>
                      </a:r>
                    </a:p>
                  </a:txBody>
                  <a:tcPr marL="0" marR="0"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66"/>
                    </a:solidFill>
                  </a:tcPr>
                </a:tc>
                <a:tc>
                  <a:txBody>
                    <a:bodyPr/>
                    <a:lstStyle/>
                    <a:p>
                      <a:pPr algn="ctr" fontAlgn="b"/>
                      <a:r>
                        <a:rPr lang="en-US" sz="1100" b="1" i="0" u="none" strike="noStrike">
                          <a:solidFill>
                            <a:schemeClr val="bg1"/>
                          </a:solidFill>
                          <a:effectLst/>
                          <a:latin typeface="+mj-lt"/>
                          <a:cs typeface="Times New Roman" panose="02020603050405020304" pitchFamily="18" charset="0"/>
                        </a:rPr>
                        <a:t>Company</a:t>
                      </a:r>
                    </a:p>
                  </a:txBody>
                  <a:tcPr marL="0" marR="0"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66"/>
                    </a:solidFill>
                  </a:tcPr>
                </a:tc>
                <a:tc>
                  <a:txBody>
                    <a:bodyPr/>
                    <a:lstStyle/>
                    <a:p>
                      <a:pPr algn="ctr" fontAlgn="b"/>
                      <a:r>
                        <a:rPr lang="en-US" sz="1100" b="1" i="0" u="none" strike="noStrike">
                          <a:solidFill>
                            <a:schemeClr val="bg1"/>
                          </a:solidFill>
                          <a:effectLst/>
                          <a:latin typeface="+mj-lt"/>
                          <a:cs typeface="Times New Roman" panose="02020603050405020304" pitchFamily="18" charset="0"/>
                        </a:rPr>
                        <a:t>Investment Date</a:t>
                      </a:r>
                    </a:p>
                  </a:txBody>
                  <a:tcPr marL="0" marR="0"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66"/>
                    </a:solidFill>
                  </a:tcPr>
                </a:tc>
                <a:tc>
                  <a:txBody>
                    <a:bodyPr/>
                    <a:lstStyle/>
                    <a:p>
                      <a:pPr marL="0" indent="0" algn="ctr">
                        <a:buFont typeface="Arial" panose="020B0604020202020204" pitchFamily="34" charset="0"/>
                        <a:buNone/>
                      </a:pPr>
                      <a:r>
                        <a:rPr lang="en-US" sz="1100" b="1">
                          <a:solidFill>
                            <a:schemeClr val="bg1"/>
                          </a:solidFill>
                          <a:latin typeface="+mj-lt"/>
                          <a:cs typeface="Times New Roman" panose="02020603050405020304" pitchFamily="18" charset="0"/>
                        </a:rPr>
                        <a:t>Description</a:t>
                      </a:r>
                    </a:p>
                  </a:txBody>
                  <a:tcPr marL="0" marR="0" marT="27432" marB="27432" anchor="ctr">
                    <a:lnL w="12700" cap="flat" cmpd="sng" algn="ctr">
                      <a:solidFill>
                        <a:schemeClr val="bg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66"/>
                    </a:solidFill>
                  </a:tcPr>
                </a:tc>
                <a:extLst>
                  <a:ext uri="{0D108BD9-81ED-4DB2-BD59-A6C34878D82A}">
                    <a16:rowId xmlns:a16="http://schemas.microsoft.com/office/drawing/2014/main" val="1352186111"/>
                  </a:ext>
                </a:extLst>
              </a:tr>
              <a:tr h="246888">
                <a:tc rowSpan="7">
                  <a:txBody>
                    <a:bodyPr/>
                    <a:lstStyle/>
                    <a:p>
                      <a:pPr algn="ctr" fontAlgn="b"/>
                      <a:r>
                        <a:rPr lang="en-US" sz="1100" b="1" i="0" u="none" strike="noStrike">
                          <a:solidFill>
                            <a:schemeClr val="bg1"/>
                          </a:solidFill>
                          <a:effectLst/>
                          <a:latin typeface="+mj-lt"/>
                          <a:cs typeface="Times New Roman" panose="02020603050405020304" pitchFamily="18" charset="0"/>
                        </a:rPr>
                        <a:t>Current</a:t>
                      </a:r>
                    </a:p>
                    <a:p>
                      <a:pPr algn="ctr" fontAlgn="b"/>
                      <a:r>
                        <a:rPr lang="en-US" sz="1100" b="1" i="0" u="none" strike="noStrike">
                          <a:solidFill>
                            <a:schemeClr val="bg1"/>
                          </a:solidFill>
                          <a:effectLst/>
                          <a:latin typeface="+mj-lt"/>
                          <a:cs typeface="Times New Roman" panose="02020603050405020304" pitchFamily="18" charset="0"/>
                        </a:rPr>
                        <a:t>Investments</a:t>
                      </a:r>
                    </a:p>
                  </a:txBody>
                  <a:tcPr marL="0" marR="0" marT="27432" marB="27432" anchor="ctr">
                    <a:lnT w="12700" cap="flat" cmpd="sng" algn="ctr">
                      <a:solidFill>
                        <a:schemeClr val="bg1"/>
                      </a:solidFill>
                      <a:prstDash val="solid"/>
                      <a:round/>
                      <a:headEnd type="none" w="med" len="med"/>
                      <a:tailEnd type="none" w="med" len="med"/>
                    </a:lnT>
                    <a:lnB w="12700" cap="flat" cmpd="sng" algn="ctr">
                      <a:solidFill>
                        <a:srgbClr val="3081F2"/>
                      </a:solidFill>
                      <a:prstDash val="solid"/>
                      <a:round/>
                      <a:headEnd type="none" w="med" len="med"/>
                      <a:tailEnd type="none" w="med" len="med"/>
                    </a:lnB>
                    <a:solidFill>
                      <a:srgbClr val="3081F2"/>
                    </a:solidFill>
                  </a:tcPr>
                </a:tc>
                <a:tc rowSpan="3">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chemeClr val="bg1"/>
                      </a:solidFill>
                      <a:prstDash val="solid"/>
                      <a:round/>
                      <a:headEnd type="none" w="med" len="med"/>
                      <a:tailEnd type="none" w="med" len="med"/>
                    </a:lnT>
                    <a:lnB w="12700" cap="flat" cmpd="sng" algn="ctr">
                      <a:solidFill>
                        <a:srgbClr val="3081F2"/>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chemeClr val="bg1"/>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r>
                        <a:rPr lang="en-US" sz="1000" b="0" i="0" u="none" strike="noStrike">
                          <a:solidFill>
                            <a:srgbClr val="000000"/>
                          </a:solidFill>
                          <a:effectLst/>
                          <a:latin typeface="+mj-lt"/>
                          <a:cs typeface="Times New Roman" panose="02020603050405020304" pitchFamily="18" charset="0"/>
                        </a:rPr>
                        <a:t>May 2023</a:t>
                      </a:r>
                    </a:p>
                  </a:txBody>
                  <a:tcPr marL="0" marR="0" marT="27432" marB="27432" anchor="ctr">
                    <a:lnT w="12700" cap="flat" cmpd="sng" algn="ctr">
                      <a:solidFill>
                        <a:schemeClr val="bg1"/>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000">
                          <a:latin typeface="+mj-lt"/>
                          <a:cs typeface="Times New Roman" panose="02020603050405020304" pitchFamily="18" charset="0"/>
                        </a:rPr>
                        <a:t>Manufacturer of duct sealants, adhesives, and fire-stopping materials</a:t>
                      </a:r>
                    </a:p>
                  </a:txBody>
                  <a:tcPr marL="0" marR="0" marT="27432" marB="27432" anchor="ctr">
                    <a:lnT w="12700" cap="flat" cmpd="sng" algn="ctr">
                      <a:solidFill>
                        <a:schemeClr val="bg1"/>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77982866"/>
                  </a:ext>
                </a:extLst>
              </a:tr>
              <a:tr h="246888">
                <a:tc vMerge="1">
                  <a:txBody>
                    <a:bodyPr/>
                    <a:lstStyle/>
                    <a:p>
                      <a:endParaRPr lang="en-US"/>
                    </a:p>
                  </a:txBody>
                  <a:tcPr/>
                </a:tc>
                <a:tc vMerge="1">
                  <a:txBody>
                    <a:bodyPr/>
                    <a:lstStyle/>
                    <a:p>
                      <a:pPr algn="ctr" fontAlgn="b"/>
                      <a:endParaRPr lang="en-US" sz="11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r>
                        <a:rPr lang="en-US" sz="1000" b="0" i="0" u="none" strike="noStrike">
                          <a:solidFill>
                            <a:srgbClr val="000000"/>
                          </a:solidFill>
                          <a:effectLst/>
                          <a:latin typeface="+mj-lt"/>
                          <a:cs typeface="Times New Roman" panose="02020603050405020304" pitchFamily="18" charset="0"/>
                        </a:rPr>
                        <a:t>January 2025</a:t>
                      </a: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000">
                          <a:latin typeface="+mj-lt"/>
                          <a:cs typeface="Times New Roman" panose="02020603050405020304" pitchFamily="18" charset="0"/>
                        </a:rPr>
                        <a:t>Manufacturer and formulator of solvent- and water-based adhesives</a:t>
                      </a: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8847860"/>
                  </a:ext>
                </a:extLst>
              </a:tr>
              <a:tr h="246888">
                <a:tc vMerge="1">
                  <a:txBody>
                    <a:bodyPr/>
                    <a:lstStyle/>
                    <a:p>
                      <a:endParaRPr lang="en-US"/>
                    </a:p>
                  </a:txBody>
                  <a:tcPr/>
                </a:tc>
                <a:tc vMerge="1">
                  <a:txBody>
                    <a:bodyPr/>
                    <a:lstStyle/>
                    <a:p>
                      <a:pPr algn="ctr" fontAlgn="b"/>
                      <a:endParaRPr lang="en-US" sz="11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chemeClr val="bg2"/>
                      </a:solidFill>
                      <a:prstDash val="solid"/>
                      <a:round/>
                      <a:headEnd type="none" w="med" len="med"/>
                      <a:tailEnd type="none" w="med" len="med"/>
                    </a:lnT>
                    <a:lnB w="12700" cap="flat" cmpd="sng" algn="ctr">
                      <a:solidFill>
                        <a:srgbClr val="3081F2"/>
                      </a:solidFill>
                      <a:prstDash val="solid"/>
                      <a:round/>
                      <a:headEnd type="none" w="med" len="med"/>
                      <a:tailEnd type="none" w="med" len="med"/>
                    </a:lnB>
                    <a:noFill/>
                  </a:tcPr>
                </a:tc>
                <a:tc>
                  <a:txBody>
                    <a:bodyPr/>
                    <a:lstStyle/>
                    <a:p>
                      <a:pPr algn="ctr" fontAlgn="b"/>
                      <a:r>
                        <a:rPr lang="en-US" sz="1000" b="0" i="0" u="none" strike="noStrike">
                          <a:solidFill>
                            <a:srgbClr val="000000"/>
                          </a:solidFill>
                          <a:effectLst/>
                          <a:latin typeface="+mj-lt"/>
                          <a:cs typeface="Times New Roman" panose="02020603050405020304" pitchFamily="18" charset="0"/>
                        </a:rPr>
                        <a:t>August 2025</a:t>
                      </a:r>
                    </a:p>
                  </a:txBody>
                  <a:tcPr marL="0" marR="0" marT="27432" marB="27432" anchor="ctr">
                    <a:lnT w="12700" cap="flat" cmpd="sng" algn="ctr">
                      <a:solidFill>
                        <a:schemeClr val="bg2"/>
                      </a:solidFill>
                      <a:prstDash val="solid"/>
                      <a:round/>
                      <a:headEnd type="none" w="med" len="med"/>
                      <a:tailEnd type="none" w="med" len="med"/>
                    </a:lnT>
                    <a:lnB w="12700" cap="flat" cmpd="sng" algn="ctr">
                      <a:solidFill>
                        <a:srgbClr val="3081F2"/>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000">
                          <a:latin typeface="+mj-lt"/>
                          <a:cs typeface="Times New Roman" panose="02020603050405020304" pitchFamily="18" charset="0"/>
                        </a:rPr>
                        <a:t>Manufacturer and formulator of two-part epoxy systems.</a:t>
                      </a:r>
                    </a:p>
                  </a:txBody>
                  <a:tcPr marL="0" marR="0" marT="27432" marB="27432" anchor="ctr">
                    <a:lnT w="12700" cap="flat" cmpd="sng" algn="ctr">
                      <a:solidFill>
                        <a:schemeClr val="bg2"/>
                      </a:solidFill>
                      <a:prstDash val="solid"/>
                      <a:round/>
                      <a:headEnd type="none" w="med" len="med"/>
                      <a:tailEnd type="none" w="med" len="med"/>
                    </a:lnT>
                    <a:lnB w="12700" cap="flat" cmpd="sng" algn="ctr">
                      <a:solidFill>
                        <a:srgbClr val="3081F2"/>
                      </a:solidFill>
                      <a:prstDash val="solid"/>
                      <a:round/>
                      <a:headEnd type="none" w="med" len="med"/>
                      <a:tailEnd type="none" w="med" len="med"/>
                    </a:lnB>
                    <a:noFill/>
                  </a:tcPr>
                </a:tc>
                <a:extLst>
                  <a:ext uri="{0D108BD9-81ED-4DB2-BD59-A6C34878D82A}">
                    <a16:rowId xmlns:a16="http://schemas.microsoft.com/office/drawing/2014/main" val="3725376740"/>
                  </a:ext>
                </a:extLst>
              </a:tr>
              <a:tr h="246888">
                <a:tc vMerge="1">
                  <a:txBody>
                    <a:bodyPr/>
                    <a:lstStyle/>
                    <a:p>
                      <a:pPr algn="ctr" fontAlgn="b"/>
                      <a:endParaRPr lang="en-US" sz="11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rowSpan="2">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rgbClr val="3081F2"/>
                      </a:solidFill>
                      <a:prstDash val="solid"/>
                      <a:round/>
                      <a:headEnd type="none" w="med" len="med"/>
                      <a:tailEnd type="none" w="med" len="med"/>
                    </a:lnT>
                    <a:lnB w="12700" cap="flat" cmpd="sng" algn="ctr">
                      <a:solidFill>
                        <a:srgbClr val="3081F2"/>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rgbClr val="3081F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r>
                        <a:rPr lang="en-US" sz="1000" b="0" i="0" u="none" strike="noStrike">
                          <a:solidFill>
                            <a:srgbClr val="000000"/>
                          </a:solidFill>
                          <a:effectLst/>
                          <a:latin typeface="+mj-lt"/>
                          <a:cs typeface="Times New Roman" panose="02020603050405020304" pitchFamily="18" charset="0"/>
                        </a:rPr>
                        <a:t>May 2023</a:t>
                      </a:r>
                    </a:p>
                  </a:txBody>
                  <a:tcPr marL="0" marR="0" marT="27432" marB="27432" anchor="ctr">
                    <a:lnT w="12700" cap="flat" cmpd="sng" algn="ctr">
                      <a:solidFill>
                        <a:srgbClr val="3081F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000">
                          <a:latin typeface="+mj-lt"/>
                          <a:cs typeface="Times New Roman" panose="02020603050405020304" pitchFamily="18" charset="0"/>
                        </a:rPr>
                        <a:t>Manufacturer of doors, dock seals, dock shelters, curtains, and screens</a:t>
                      </a:r>
                    </a:p>
                  </a:txBody>
                  <a:tcPr marL="0" marR="0" marT="27432" marB="27432" anchor="ctr">
                    <a:lnT w="12700" cap="flat" cmpd="sng" algn="ctr">
                      <a:solidFill>
                        <a:srgbClr val="3081F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38658058"/>
                  </a:ext>
                </a:extLst>
              </a:tr>
              <a:tr h="246888">
                <a:tc vMerge="1">
                  <a:txBody>
                    <a:bodyPr/>
                    <a:lstStyle/>
                    <a:p>
                      <a:endParaRPr lang="en-US"/>
                    </a:p>
                  </a:txBody>
                  <a:tcPr/>
                </a:tc>
                <a:tc vMerge="1">
                  <a:txBody>
                    <a:bodyPr/>
                    <a:lstStyle/>
                    <a:p>
                      <a:pPr algn="ctr" fontAlgn="b"/>
                      <a:endParaRPr lang="en-US" sz="11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chemeClr val="bg2"/>
                      </a:solidFill>
                      <a:prstDash val="solid"/>
                      <a:round/>
                      <a:headEnd type="none" w="med" len="med"/>
                      <a:tailEnd type="none" w="med" len="med"/>
                    </a:lnT>
                    <a:lnB w="12700" cap="flat" cmpd="sng" algn="ctr">
                      <a:solidFill>
                        <a:srgbClr val="3081F2"/>
                      </a:solidFill>
                      <a:prstDash val="solid"/>
                      <a:round/>
                      <a:headEnd type="none" w="med" len="med"/>
                      <a:tailEnd type="none" w="med" len="med"/>
                    </a:lnB>
                    <a:noFill/>
                  </a:tcPr>
                </a:tc>
                <a:tc>
                  <a:txBody>
                    <a:bodyPr/>
                    <a:lstStyle/>
                    <a:p>
                      <a:pPr algn="ctr" fontAlgn="b"/>
                      <a:r>
                        <a:rPr lang="en-US" sz="1000" b="0" i="0" u="none" strike="noStrike">
                          <a:solidFill>
                            <a:srgbClr val="000000"/>
                          </a:solidFill>
                          <a:effectLst/>
                          <a:latin typeface="+mj-lt"/>
                          <a:cs typeface="Times New Roman" panose="02020603050405020304" pitchFamily="18" charset="0"/>
                        </a:rPr>
                        <a:t>January 2024</a:t>
                      </a:r>
                    </a:p>
                  </a:txBody>
                  <a:tcPr marL="0" marR="0" marT="27432" marB="27432" anchor="ctr">
                    <a:lnT w="12700" cap="flat" cmpd="sng" algn="ctr">
                      <a:solidFill>
                        <a:schemeClr val="bg2"/>
                      </a:solidFill>
                      <a:prstDash val="solid"/>
                      <a:round/>
                      <a:headEnd type="none" w="med" len="med"/>
                      <a:tailEnd type="none" w="med" len="med"/>
                    </a:lnT>
                    <a:lnB w="12700" cap="flat" cmpd="sng" algn="ctr">
                      <a:solidFill>
                        <a:srgbClr val="3081F2"/>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000">
                          <a:latin typeface="+mj-lt"/>
                          <a:cs typeface="Times New Roman" panose="02020603050405020304" pitchFamily="18" charset="0"/>
                        </a:rPr>
                        <a:t>Manufacturer of loading dock seals and shelters</a:t>
                      </a:r>
                    </a:p>
                  </a:txBody>
                  <a:tcPr marL="0" marR="0" marT="27432" marB="27432" anchor="ctr">
                    <a:lnT w="12700" cap="flat" cmpd="sng" algn="ctr">
                      <a:solidFill>
                        <a:schemeClr val="bg2"/>
                      </a:solidFill>
                      <a:prstDash val="solid"/>
                      <a:round/>
                      <a:headEnd type="none" w="med" len="med"/>
                      <a:tailEnd type="none" w="med" len="med"/>
                    </a:lnT>
                    <a:lnB w="12700" cap="flat" cmpd="sng" algn="ctr">
                      <a:solidFill>
                        <a:srgbClr val="3081F2"/>
                      </a:solidFill>
                      <a:prstDash val="solid"/>
                      <a:round/>
                      <a:headEnd type="none" w="med" len="med"/>
                      <a:tailEnd type="none" w="med" len="med"/>
                    </a:lnB>
                    <a:noFill/>
                  </a:tcPr>
                </a:tc>
                <a:extLst>
                  <a:ext uri="{0D108BD9-81ED-4DB2-BD59-A6C34878D82A}">
                    <a16:rowId xmlns:a16="http://schemas.microsoft.com/office/drawing/2014/main" val="405895779"/>
                  </a:ext>
                </a:extLst>
              </a:tr>
              <a:tr h="246888">
                <a:tc vMerge="1">
                  <a:txBody>
                    <a:bodyPr/>
                    <a:lstStyle/>
                    <a:p>
                      <a:pPr algn="ctr" fontAlgn="b"/>
                      <a:endParaRPr lang="en-US" sz="11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rgbClr val="3081F2"/>
                      </a:solidFill>
                      <a:prstDash val="solid"/>
                      <a:round/>
                      <a:headEnd type="none" w="med" len="med"/>
                      <a:tailEnd type="none" w="med" len="med"/>
                    </a:lnT>
                    <a:lnB w="12700" cap="flat" cmpd="sng" algn="ctr">
                      <a:solidFill>
                        <a:srgbClr val="3081F2"/>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rgbClr val="3081F2"/>
                      </a:solidFill>
                      <a:prstDash val="solid"/>
                      <a:round/>
                      <a:headEnd type="none" w="med" len="med"/>
                      <a:tailEnd type="none" w="med" len="med"/>
                    </a:lnT>
                    <a:lnB w="12700" cap="flat" cmpd="sng" algn="ctr">
                      <a:solidFill>
                        <a:srgbClr val="3081F2"/>
                      </a:solidFill>
                      <a:prstDash val="solid"/>
                      <a:round/>
                      <a:headEnd type="none" w="med" len="med"/>
                      <a:tailEnd type="none" w="med" len="med"/>
                    </a:lnB>
                    <a:noFill/>
                  </a:tcPr>
                </a:tc>
                <a:tc>
                  <a:txBody>
                    <a:bodyPr/>
                    <a:lstStyle/>
                    <a:p>
                      <a:pPr algn="ctr" fontAlgn="b"/>
                      <a:r>
                        <a:rPr lang="en-US" sz="1000" b="0" i="0" u="none" strike="noStrike">
                          <a:solidFill>
                            <a:srgbClr val="000000"/>
                          </a:solidFill>
                          <a:effectLst/>
                          <a:latin typeface="+mj-lt"/>
                          <a:cs typeface="Times New Roman" panose="02020603050405020304" pitchFamily="18" charset="0"/>
                        </a:rPr>
                        <a:t>August 2023</a:t>
                      </a:r>
                    </a:p>
                  </a:txBody>
                  <a:tcPr marL="0" marR="0" marT="27432" marB="27432" anchor="ctr">
                    <a:lnT w="12700" cap="flat" cmpd="sng" algn="ctr">
                      <a:solidFill>
                        <a:srgbClr val="3081F2"/>
                      </a:solidFill>
                      <a:prstDash val="solid"/>
                      <a:round/>
                      <a:headEnd type="none" w="med" len="med"/>
                      <a:tailEnd type="none" w="med" len="med"/>
                    </a:lnT>
                    <a:lnB w="12700" cap="flat" cmpd="sng" algn="ctr">
                      <a:solidFill>
                        <a:srgbClr val="3081F2"/>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000">
                          <a:latin typeface="+mj-lt"/>
                          <a:cs typeface="Times New Roman" panose="02020603050405020304" pitchFamily="18" charset="0"/>
                        </a:rPr>
                        <a:t>Formulator and value-added distributor of specialty chemicals</a:t>
                      </a:r>
                    </a:p>
                  </a:txBody>
                  <a:tcPr marL="0" marR="0" marT="27432" marB="27432" anchor="ctr">
                    <a:lnT w="12700" cap="flat" cmpd="sng" algn="ctr">
                      <a:solidFill>
                        <a:srgbClr val="3081F2"/>
                      </a:solidFill>
                      <a:prstDash val="solid"/>
                      <a:round/>
                      <a:headEnd type="none" w="med" len="med"/>
                      <a:tailEnd type="none" w="med" len="med"/>
                    </a:lnT>
                    <a:lnB w="12700" cap="flat" cmpd="sng" algn="ctr">
                      <a:solidFill>
                        <a:srgbClr val="3081F2"/>
                      </a:solidFill>
                      <a:prstDash val="solid"/>
                      <a:round/>
                      <a:headEnd type="none" w="med" len="med"/>
                      <a:tailEnd type="none" w="med" len="med"/>
                    </a:lnB>
                    <a:noFill/>
                  </a:tcPr>
                </a:tc>
                <a:extLst>
                  <a:ext uri="{0D108BD9-81ED-4DB2-BD59-A6C34878D82A}">
                    <a16:rowId xmlns:a16="http://schemas.microsoft.com/office/drawing/2014/main" val="2528447215"/>
                  </a:ext>
                </a:extLst>
              </a:tr>
              <a:tr h="246888">
                <a:tc vMerge="1">
                  <a:txBody>
                    <a:bodyPr/>
                    <a:lstStyle/>
                    <a:p>
                      <a:pPr algn="ctr" fontAlgn="b"/>
                      <a:endParaRPr lang="en-US" sz="11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rgbClr val="3081F2"/>
                      </a:solidFill>
                      <a:prstDash val="solid"/>
                      <a:round/>
                      <a:headEnd type="none" w="med" len="med"/>
                      <a:tailEnd type="none" w="med" len="med"/>
                    </a:lnT>
                    <a:lnB w="12700" cap="flat" cmpd="sng" algn="ctr">
                      <a:solidFill>
                        <a:srgbClr val="3081F2"/>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rgbClr val="3081F2"/>
                      </a:solidFill>
                      <a:prstDash val="solid"/>
                      <a:round/>
                      <a:headEnd type="none" w="med" len="med"/>
                      <a:tailEnd type="none" w="med" len="med"/>
                    </a:lnT>
                    <a:lnB w="12700" cap="flat" cmpd="sng" algn="ctr">
                      <a:solidFill>
                        <a:srgbClr val="3081F2"/>
                      </a:solidFill>
                      <a:prstDash val="solid"/>
                      <a:round/>
                      <a:headEnd type="none" w="med" len="med"/>
                      <a:tailEnd type="none" w="med" len="med"/>
                    </a:lnB>
                    <a:noFill/>
                  </a:tcPr>
                </a:tc>
                <a:tc>
                  <a:txBody>
                    <a:bodyPr/>
                    <a:lstStyle/>
                    <a:p>
                      <a:pPr algn="ctr" fontAlgn="b"/>
                      <a:r>
                        <a:rPr lang="en-US" sz="1000" b="0" i="0" u="none" strike="noStrike">
                          <a:solidFill>
                            <a:srgbClr val="000000"/>
                          </a:solidFill>
                          <a:effectLst/>
                          <a:latin typeface="+mj-lt"/>
                          <a:cs typeface="Times New Roman" panose="02020603050405020304" pitchFamily="18" charset="0"/>
                        </a:rPr>
                        <a:t>October 2023</a:t>
                      </a:r>
                    </a:p>
                  </a:txBody>
                  <a:tcPr marL="0" marR="0" marT="27432" marB="27432" anchor="ctr">
                    <a:lnT w="12700" cap="flat" cmpd="sng" algn="ctr">
                      <a:solidFill>
                        <a:srgbClr val="3081F2"/>
                      </a:solidFill>
                      <a:prstDash val="solid"/>
                      <a:round/>
                      <a:headEnd type="none" w="med" len="med"/>
                      <a:tailEnd type="none" w="med" len="med"/>
                    </a:lnT>
                    <a:lnB w="12700" cap="flat" cmpd="sng" algn="ctr">
                      <a:solidFill>
                        <a:srgbClr val="3081F2"/>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000">
                          <a:latin typeface="+mj-lt"/>
                          <a:cs typeface="Times New Roman" panose="02020603050405020304" pitchFamily="18" charset="0"/>
                        </a:rPr>
                        <a:t>Manufacturer and distributor of lubrication equipment and systems</a:t>
                      </a:r>
                    </a:p>
                  </a:txBody>
                  <a:tcPr marL="0" marR="0" marT="27432" marB="27432" anchor="ctr">
                    <a:lnT w="12700" cap="flat" cmpd="sng" algn="ctr">
                      <a:solidFill>
                        <a:srgbClr val="3081F2"/>
                      </a:solidFill>
                      <a:prstDash val="solid"/>
                      <a:round/>
                      <a:headEnd type="none" w="med" len="med"/>
                      <a:tailEnd type="none" w="med" len="med"/>
                    </a:lnT>
                    <a:lnB w="12700" cap="flat" cmpd="sng" algn="ctr">
                      <a:solidFill>
                        <a:srgbClr val="3081F2"/>
                      </a:solidFill>
                      <a:prstDash val="solid"/>
                      <a:round/>
                      <a:headEnd type="none" w="med" len="med"/>
                      <a:tailEnd type="none" w="med" len="med"/>
                    </a:lnB>
                    <a:noFill/>
                  </a:tcPr>
                </a:tc>
                <a:extLst>
                  <a:ext uri="{0D108BD9-81ED-4DB2-BD59-A6C34878D82A}">
                    <a16:rowId xmlns:a16="http://schemas.microsoft.com/office/drawing/2014/main" val="2555955457"/>
                  </a:ext>
                </a:extLst>
              </a:tr>
              <a:tr h="246888">
                <a:tc rowSpan="14">
                  <a:txBody>
                    <a:bodyPr/>
                    <a:lstStyle/>
                    <a:p>
                      <a:pPr algn="ctr" fontAlgn="b"/>
                      <a:r>
                        <a:rPr lang="en-US" sz="1100" b="1" i="0" u="none" strike="noStrike">
                          <a:solidFill>
                            <a:schemeClr val="bg1"/>
                          </a:solidFill>
                          <a:effectLst/>
                          <a:latin typeface="+mj-lt"/>
                          <a:cs typeface="Times New Roman" panose="02020603050405020304" pitchFamily="18" charset="0"/>
                        </a:rPr>
                        <a:t>Realized</a:t>
                      </a:r>
                    </a:p>
                    <a:p>
                      <a:pPr algn="ctr" fontAlgn="b"/>
                      <a:r>
                        <a:rPr lang="en-US" sz="1100" b="1" i="0" u="none" strike="noStrike">
                          <a:solidFill>
                            <a:schemeClr val="bg1"/>
                          </a:solidFill>
                          <a:effectLst/>
                          <a:latin typeface="+mj-lt"/>
                          <a:cs typeface="Times New Roman" panose="02020603050405020304" pitchFamily="18" charset="0"/>
                        </a:rPr>
                        <a:t> Investments</a:t>
                      </a:r>
                    </a:p>
                  </a:txBody>
                  <a:tcPr marL="0" marR="0" marT="27432" marB="27432" anchor="ctr">
                    <a:lnT w="12700" cap="flat" cmpd="sng" algn="ctr">
                      <a:solidFill>
                        <a:srgbClr val="3081F2"/>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7F7F7F"/>
                    </a:solidFill>
                  </a:tcPr>
                </a:tc>
                <a:tc rowSpan="5">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rgbClr val="3081F2"/>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rgbClr val="3081F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r>
                        <a:rPr lang="en-US" sz="1000" b="0" i="0" u="none" strike="noStrike">
                          <a:solidFill>
                            <a:srgbClr val="000000"/>
                          </a:solidFill>
                          <a:effectLst/>
                          <a:latin typeface="+mj-lt"/>
                          <a:cs typeface="Times New Roman" panose="02020603050405020304" pitchFamily="18" charset="0"/>
                        </a:rPr>
                        <a:t>October 2019</a:t>
                      </a:r>
                    </a:p>
                  </a:txBody>
                  <a:tcPr marL="0" marR="0" marT="27432" marB="27432" anchor="ctr">
                    <a:lnT w="12700" cap="flat" cmpd="sng" algn="ctr">
                      <a:solidFill>
                        <a:srgbClr val="3081F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000">
                          <a:latin typeface="+mj-lt"/>
                          <a:cs typeface="Times New Roman" panose="02020603050405020304" pitchFamily="18" charset="0"/>
                        </a:rPr>
                        <a:t>Manufacturer of water, urethane, and epoxy-based adhesives and sealants</a:t>
                      </a:r>
                    </a:p>
                  </a:txBody>
                  <a:tcPr marL="0" marR="0" marT="27432" marB="27432" anchor="ctr">
                    <a:lnT w="12700" cap="flat" cmpd="sng" algn="ctr">
                      <a:solidFill>
                        <a:srgbClr val="3081F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165682197"/>
                  </a:ext>
                </a:extLst>
              </a:tr>
              <a:tr h="246888">
                <a:tc vMerge="1">
                  <a:txBody>
                    <a:bodyPr/>
                    <a:lstStyle/>
                    <a:p>
                      <a:endParaRPr lang="en-US"/>
                    </a:p>
                  </a:txBody>
                  <a:tcPr/>
                </a:tc>
                <a:tc vMerge="1">
                  <a:txBody>
                    <a:bodyPr/>
                    <a:lstStyle/>
                    <a:p>
                      <a:pPr algn="ctr" fontAlgn="b"/>
                      <a:endParaRPr lang="en-US" sz="11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r>
                        <a:rPr lang="en-US" sz="1000" b="0" i="0" u="none" strike="noStrike">
                          <a:solidFill>
                            <a:srgbClr val="000000"/>
                          </a:solidFill>
                          <a:effectLst/>
                          <a:latin typeface="+mj-lt"/>
                          <a:cs typeface="Times New Roman" panose="02020603050405020304" pitchFamily="18" charset="0"/>
                        </a:rPr>
                        <a:t>December 2020</a:t>
                      </a: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mj-lt"/>
                          <a:cs typeface="Times New Roman" panose="02020603050405020304" pitchFamily="18" charset="0"/>
                        </a:rPr>
                        <a:t>Manufacturer of proprietary industrial lubricants and greases</a:t>
                      </a: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457271641"/>
                  </a:ext>
                </a:extLst>
              </a:tr>
              <a:tr h="246888">
                <a:tc vMerge="1">
                  <a:txBody>
                    <a:bodyPr/>
                    <a:lstStyle/>
                    <a:p>
                      <a:endParaRPr lang="en-US"/>
                    </a:p>
                  </a:txBody>
                  <a:tcPr/>
                </a:tc>
                <a:tc vMerge="1">
                  <a:txBody>
                    <a:bodyPr/>
                    <a:lstStyle/>
                    <a:p>
                      <a:pPr algn="ctr" fontAlgn="b"/>
                      <a:endParaRPr lang="en-US" sz="11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r>
                        <a:rPr lang="en-US" sz="1000" b="0" i="0" u="none" strike="noStrike">
                          <a:solidFill>
                            <a:srgbClr val="000000"/>
                          </a:solidFill>
                          <a:effectLst/>
                          <a:latin typeface="+mj-lt"/>
                          <a:cs typeface="Times New Roman" panose="02020603050405020304" pitchFamily="18" charset="0"/>
                        </a:rPr>
                        <a:t>September 2021</a:t>
                      </a: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mj-lt"/>
                          <a:cs typeface="Times New Roman" panose="02020603050405020304" pitchFamily="18" charset="0"/>
                        </a:rPr>
                        <a:t>Manufacturer of specialty chemicals, adhesives, and coatings</a:t>
                      </a: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215493979"/>
                  </a:ext>
                </a:extLst>
              </a:tr>
              <a:tr h="246888">
                <a:tc vMerge="1">
                  <a:txBody>
                    <a:bodyPr/>
                    <a:lstStyle/>
                    <a:p>
                      <a:endParaRPr lang="en-US"/>
                    </a:p>
                  </a:txBody>
                  <a:tcPr/>
                </a:tc>
                <a:tc vMerge="1">
                  <a:txBody>
                    <a:bodyPr/>
                    <a:lstStyle/>
                    <a:p>
                      <a:pPr algn="ctr" fontAlgn="b"/>
                      <a:endParaRPr lang="en-US" sz="11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r>
                        <a:rPr lang="en-US" sz="1000" b="0" i="0" u="none" strike="noStrike">
                          <a:solidFill>
                            <a:srgbClr val="000000"/>
                          </a:solidFill>
                          <a:effectLst/>
                          <a:latin typeface="+mj-lt"/>
                          <a:cs typeface="Times New Roman" panose="02020603050405020304" pitchFamily="18" charset="0"/>
                        </a:rPr>
                        <a:t>November 2022</a:t>
                      </a: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mj-lt"/>
                          <a:cs typeface="Times New Roman" panose="02020603050405020304" pitchFamily="18" charset="0"/>
                        </a:rPr>
                        <a:t>Manufacturer of custom, water-based coatings and adhesives</a:t>
                      </a: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908620328"/>
                  </a:ext>
                </a:extLst>
              </a:tr>
              <a:tr h="246888">
                <a:tc vMerge="1">
                  <a:txBody>
                    <a:bodyPr/>
                    <a:lstStyle/>
                    <a:p>
                      <a:endParaRPr lang="en-US"/>
                    </a:p>
                  </a:txBody>
                  <a:tcPr/>
                </a:tc>
                <a:tc vMerge="1">
                  <a:txBody>
                    <a:bodyPr/>
                    <a:lstStyle/>
                    <a:p>
                      <a:pPr algn="ctr" fontAlgn="b"/>
                      <a:endParaRPr lang="en-US" sz="11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27432" marB="27432" anchor="ctr">
                    <a:lnT w="12700" cap="flat" cmpd="sng" algn="ctr">
                      <a:solidFill>
                        <a:schemeClr val="bg2"/>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gn="ctr" fontAlgn="b"/>
                      <a:r>
                        <a:rPr lang="en-US" sz="1000" b="0" i="0" u="none" strike="noStrike">
                          <a:solidFill>
                            <a:srgbClr val="000000"/>
                          </a:solidFill>
                          <a:effectLst/>
                          <a:latin typeface="+mj-lt"/>
                          <a:cs typeface="Times New Roman" panose="02020603050405020304" pitchFamily="18" charset="0"/>
                        </a:rPr>
                        <a:t>January 2025</a:t>
                      </a:r>
                    </a:p>
                  </a:txBody>
                  <a:tcPr marL="0" marR="0" marT="27432" marB="27432" anchor="ctr">
                    <a:lnT w="12700" cap="flat" cmpd="sng" algn="ctr">
                      <a:solidFill>
                        <a:schemeClr val="bg2"/>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mj-lt"/>
                          <a:cs typeface="Times New Roman" panose="02020603050405020304" pitchFamily="18" charset="0"/>
                        </a:rPr>
                        <a:t>Manufacturer of custom engineered adhesives and sealants</a:t>
                      </a:r>
                    </a:p>
                  </a:txBody>
                  <a:tcPr marL="0" marR="0" marT="27432" marB="27432" anchor="ctr">
                    <a:lnT w="12700" cap="flat" cmpd="sng" algn="ctr">
                      <a:solidFill>
                        <a:schemeClr val="bg2"/>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3642067913"/>
                  </a:ext>
                </a:extLst>
              </a:tr>
              <a:tr h="246888">
                <a:tc vMerge="1">
                  <a:txBody>
                    <a:bodyPr/>
                    <a:lstStyle/>
                    <a:p>
                      <a:pPr algn="ctr" fontAlgn="b"/>
                      <a:endParaRPr lang="en-US" sz="1100" b="0" i="0" u="none" strike="noStrike">
                        <a:solidFill>
                          <a:srgbClr val="000000"/>
                        </a:solidFill>
                        <a:effectLst/>
                        <a:latin typeface="+mj-lt"/>
                        <a:cs typeface="Times New Roman" panose="02020603050405020304" pitchFamily="18" charset="0"/>
                      </a:endParaRPr>
                    </a:p>
                  </a:txBody>
                  <a:tcPr marL="0" marR="0" marT="0" marB="0"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rowSpan="5">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0" marB="0" anchor="ct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0" marB="0" anchor="ctr">
                    <a:lnT w="12700" cap="flat" cmpd="sng" algn="ctr">
                      <a:solidFill>
                        <a:srgbClr val="7F7F7F"/>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r>
                        <a:rPr lang="en-US" sz="1000" b="0" i="0" u="none" strike="noStrike">
                          <a:solidFill>
                            <a:srgbClr val="000000"/>
                          </a:solidFill>
                          <a:effectLst/>
                          <a:latin typeface="+mj-lt"/>
                          <a:cs typeface="Times New Roman" panose="02020603050405020304" pitchFamily="18" charset="0"/>
                        </a:rPr>
                        <a:t>December 2016</a:t>
                      </a:r>
                    </a:p>
                  </a:txBody>
                  <a:tcPr marL="0" marR="0" marT="0" marB="0" anchor="ctr">
                    <a:lnT w="12700" cap="flat" cmpd="sng" algn="ctr">
                      <a:solidFill>
                        <a:srgbClr val="7F7F7F"/>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mj-lt"/>
                          <a:cs typeface="Times New Roman" panose="02020603050405020304" pitchFamily="18" charset="0"/>
                        </a:rPr>
                        <a:t>Manufacturer of mechanical air movement and control products</a:t>
                      </a:r>
                    </a:p>
                  </a:txBody>
                  <a:tcPr marL="0" marR="0" marT="27432" marB="27432" anchor="ctr">
                    <a:lnT w="12700" cap="flat" cmpd="sng" algn="ctr">
                      <a:solidFill>
                        <a:srgbClr val="7F7F7F"/>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309804606"/>
                  </a:ext>
                </a:extLst>
              </a:tr>
              <a:tr h="246888">
                <a:tc vMerge="1">
                  <a:txBody>
                    <a:bodyPr/>
                    <a:lstStyle/>
                    <a:p>
                      <a:endParaRPr lang="en-US"/>
                    </a:p>
                  </a:txBody>
                  <a:tcPr/>
                </a:tc>
                <a:tc vMerge="1">
                  <a:txBody>
                    <a:bodyPr/>
                    <a:lstStyle/>
                    <a:p>
                      <a:pPr algn="ctr" fontAlgn="b"/>
                      <a:endParaRPr lang="en-US" sz="1100" b="0" i="0" u="none" strike="noStrike">
                        <a:solidFill>
                          <a:srgbClr val="000000"/>
                        </a:solidFill>
                        <a:effectLst/>
                        <a:latin typeface="+mj-lt"/>
                        <a:cs typeface="Times New Roman" panose="02020603050405020304" pitchFamily="18" charset="0"/>
                      </a:endParaRPr>
                    </a:p>
                  </a:txBody>
                  <a:tcPr marL="0" marR="0" marT="0" marB="0"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0" marB="0"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r>
                        <a:rPr lang="en-US" sz="1000" b="0" i="0" u="none" strike="noStrike">
                          <a:solidFill>
                            <a:srgbClr val="000000"/>
                          </a:solidFill>
                          <a:effectLst/>
                          <a:latin typeface="+mj-lt"/>
                          <a:cs typeface="Times New Roman" panose="02020603050405020304" pitchFamily="18" charset="0"/>
                        </a:rPr>
                        <a:t>September 2017</a:t>
                      </a:r>
                    </a:p>
                  </a:txBody>
                  <a:tcPr marL="0" marR="0" marT="0" marB="0"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000">
                          <a:latin typeface="+mj-lt"/>
                          <a:cs typeface="Times New Roman" panose="02020603050405020304" pitchFamily="18" charset="0"/>
                        </a:rPr>
                        <a:t>Manufacturer of architectural louvers, brake metal, sunshades, and grilles</a:t>
                      </a: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244887200"/>
                  </a:ext>
                </a:extLst>
              </a:tr>
              <a:tr h="246888">
                <a:tc vMerge="1">
                  <a:txBody>
                    <a:bodyPr/>
                    <a:lstStyle/>
                    <a:p>
                      <a:endParaRPr lang="en-US"/>
                    </a:p>
                  </a:txBody>
                  <a:tcPr/>
                </a:tc>
                <a:tc vMerge="1">
                  <a:txBody>
                    <a:bodyPr/>
                    <a:lstStyle/>
                    <a:p>
                      <a:pPr algn="ctr" fontAlgn="b"/>
                      <a:endParaRPr lang="en-US" sz="1100" b="0" i="0" u="none" strike="noStrike">
                        <a:solidFill>
                          <a:srgbClr val="000000"/>
                        </a:solidFill>
                        <a:effectLst/>
                        <a:latin typeface="+mj-lt"/>
                        <a:cs typeface="Times New Roman" panose="02020603050405020304" pitchFamily="18" charset="0"/>
                      </a:endParaRPr>
                    </a:p>
                  </a:txBody>
                  <a:tcPr marL="0" marR="0" marT="0" marB="0"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0" marB="0"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r>
                        <a:rPr lang="en-US" sz="1000" b="0" i="0" u="none" strike="noStrike">
                          <a:solidFill>
                            <a:srgbClr val="000000"/>
                          </a:solidFill>
                          <a:effectLst/>
                          <a:latin typeface="+mj-lt"/>
                          <a:cs typeface="Times New Roman" panose="02020603050405020304" pitchFamily="18" charset="0"/>
                        </a:rPr>
                        <a:t>December 2019</a:t>
                      </a:r>
                    </a:p>
                  </a:txBody>
                  <a:tcPr marL="0" marR="0" marT="0" marB="0"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000">
                          <a:latin typeface="+mj-lt"/>
                          <a:cs typeface="Times New Roman" panose="02020603050405020304" pitchFamily="18" charset="0"/>
                        </a:rPr>
                        <a:t>Manufacturer of air, sound, and evaporative cooling control products</a:t>
                      </a: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357280868"/>
                  </a:ext>
                </a:extLst>
              </a:tr>
              <a:tr h="246888">
                <a:tc vMerge="1">
                  <a:txBody>
                    <a:bodyPr/>
                    <a:lstStyle/>
                    <a:p>
                      <a:endParaRPr lang="en-US"/>
                    </a:p>
                  </a:txBody>
                  <a:tcPr/>
                </a:tc>
                <a:tc vMerge="1">
                  <a:txBody>
                    <a:bodyPr/>
                    <a:lstStyle/>
                    <a:p>
                      <a:pPr algn="ctr" fontAlgn="b"/>
                      <a:endParaRPr lang="en-US" sz="1100" b="0" i="0" u="none" strike="noStrike">
                        <a:solidFill>
                          <a:srgbClr val="000000"/>
                        </a:solidFill>
                        <a:effectLst/>
                        <a:latin typeface="+mj-lt"/>
                        <a:cs typeface="Times New Roman" panose="02020603050405020304" pitchFamily="18" charset="0"/>
                      </a:endParaRPr>
                    </a:p>
                  </a:txBody>
                  <a:tcPr marL="0" marR="0" marT="0" marB="0"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0" marB="0"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r>
                        <a:rPr lang="en-US" sz="1000" b="0" i="0" u="none" strike="noStrike">
                          <a:solidFill>
                            <a:srgbClr val="000000"/>
                          </a:solidFill>
                          <a:effectLst/>
                          <a:latin typeface="+mj-lt"/>
                          <a:cs typeface="Times New Roman" panose="02020603050405020304" pitchFamily="18" charset="0"/>
                        </a:rPr>
                        <a:t>October 2020</a:t>
                      </a:r>
                    </a:p>
                  </a:txBody>
                  <a:tcPr marL="0" marR="0" marT="0" marB="0"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000">
                          <a:latin typeface="+mj-lt"/>
                          <a:cs typeface="Times New Roman" panose="02020603050405020304" pitchFamily="18" charset="0"/>
                        </a:rPr>
                        <a:t>Manufacturer of ultraviolet germicidal irradiation (UVGI) products</a:t>
                      </a: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4030503230"/>
                  </a:ext>
                </a:extLst>
              </a:tr>
              <a:tr h="246888">
                <a:tc vMerge="1">
                  <a:txBody>
                    <a:bodyPr/>
                    <a:lstStyle/>
                    <a:p>
                      <a:endParaRPr lang="en-US"/>
                    </a:p>
                  </a:txBody>
                  <a:tcPr/>
                </a:tc>
                <a:tc vMerge="1">
                  <a:txBody>
                    <a:bodyPr/>
                    <a:lstStyle/>
                    <a:p>
                      <a:pPr algn="ctr" fontAlgn="b"/>
                      <a:endParaRPr lang="en-US" sz="1100" b="0" i="0" u="none" strike="noStrike">
                        <a:solidFill>
                          <a:srgbClr val="000000"/>
                        </a:solidFill>
                        <a:effectLst/>
                        <a:latin typeface="+mj-lt"/>
                        <a:cs typeface="Times New Roman" panose="02020603050405020304" pitchFamily="18" charset="0"/>
                      </a:endParaRPr>
                    </a:p>
                  </a:txBody>
                  <a:tcPr marL="0" marR="0" marT="0" marB="0"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0" marB="0" anchor="ctr">
                    <a:lnT w="12700" cap="flat" cmpd="sng" algn="ctr">
                      <a:solidFill>
                        <a:schemeClr val="bg2"/>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gn="ctr" fontAlgn="b"/>
                      <a:r>
                        <a:rPr lang="en-US" sz="1000" b="0" i="0" u="none" strike="noStrike">
                          <a:solidFill>
                            <a:srgbClr val="000000"/>
                          </a:solidFill>
                          <a:effectLst/>
                          <a:latin typeface="+mj-lt"/>
                          <a:cs typeface="Times New Roman" panose="02020603050405020304" pitchFamily="18" charset="0"/>
                        </a:rPr>
                        <a:t>April 2021</a:t>
                      </a:r>
                    </a:p>
                  </a:txBody>
                  <a:tcPr marL="0" marR="0" marT="0" marB="0" anchor="ctr">
                    <a:lnT w="12700" cap="flat" cmpd="sng" algn="ctr">
                      <a:solidFill>
                        <a:schemeClr val="bg2"/>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000">
                          <a:latin typeface="+mj-lt"/>
                          <a:cs typeface="Times New Roman" panose="02020603050405020304" pitchFamily="18" charset="0"/>
                        </a:rPr>
                        <a:t>Manufacturer of shutters, dampers, louvers, and air movement equipment</a:t>
                      </a:r>
                    </a:p>
                  </a:txBody>
                  <a:tcPr marL="0" marR="0" marT="27432" marB="27432" anchor="ctr">
                    <a:lnT w="12700" cap="flat" cmpd="sng" algn="ctr">
                      <a:solidFill>
                        <a:schemeClr val="bg2"/>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815244263"/>
                  </a:ext>
                </a:extLst>
              </a:tr>
              <a:tr h="246888">
                <a:tc vMerge="1">
                  <a:txBody>
                    <a:bodyPr/>
                    <a:lstStyle/>
                    <a:p>
                      <a:pPr algn="ctr" fontAlgn="b"/>
                      <a:endParaRPr lang="en-US" sz="1100" b="0" i="0" u="none" strike="noStrike">
                        <a:solidFill>
                          <a:srgbClr val="000000"/>
                        </a:solidFill>
                        <a:effectLst/>
                        <a:latin typeface="+mj-lt"/>
                        <a:cs typeface="Times New Roman" panose="02020603050405020304" pitchFamily="18" charset="0"/>
                      </a:endParaRPr>
                    </a:p>
                  </a:txBody>
                  <a:tcPr marL="0" marR="0" marT="0" marB="0"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rowSpan="4">
                  <a:txBody>
                    <a:bodyPr/>
                    <a:lstStyle/>
                    <a:p>
                      <a:pPr marL="0" algn="ctr" defTabSz="914400" rtl="0" eaLnBrk="1" fontAlgn="b" latinLnBrk="0" hangingPunct="1"/>
                      <a:endParaRPr lang="en-US" sz="1000" b="0" i="0" u="none" strike="noStrike" kern="1200">
                        <a:solidFill>
                          <a:srgbClr val="000000"/>
                        </a:solidFill>
                        <a:effectLst/>
                        <a:latin typeface="+mj-lt"/>
                        <a:ea typeface="+mn-ea"/>
                        <a:cs typeface="Times New Roman" panose="02020603050405020304" pitchFamily="18" charset="0"/>
                      </a:endParaRPr>
                    </a:p>
                  </a:txBody>
                  <a:tcPr marL="0" marR="0" marT="0" marB="0" anchor="ct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0" marB="0" anchor="ctr">
                    <a:lnT w="12700" cap="flat" cmpd="sng" algn="ctr">
                      <a:solidFill>
                        <a:srgbClr val="7F7F7F"/>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r>
                        <a:rPr lang="en-US" sz="1000" b="0" i="0" u="none" strike="noStrike">
                          <a:solidFill>
                            <a:srgbClr val="000000"/>
                          </a:solidFill>
                          <a:effectLst/>
                          <a:latin typeface="+mj-lt"/>
                          <a:cs typeface="Times New Roman" panose="02020603050405020304" pitchFamily="18" charset="0"/>
                        </a:rPr>
                        <a:t>March 2017</a:t>
                      </a:r>
                    </a:p>
                  </a:txBody>
                  <a:tcPr marL="0" marR="0" marT="0" marB="0" anchor="ctr">
                    <a:lnT w="12700" cap="flat" cmpd="sng" algn="ctr">
                      <a:solidFill>
                        <a:srgbClr val="7F7F7F"/>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indent="0" algn="ctr">
                        <a:buFont typeface="Arial" panose="020B0604020202020204" pitchFamily="34" charset="0"/>
                        <a:buNone/>
                      </a:pPr>
                      <a:r>
                        <a:rPr lang="en-US" sz="1000">
                          <a:latin typeface="+mj-lt"/>
                          <a:cs typeface="Times New Roman" panose="02020603050405020304" pitchFamily="18" charset="0"/>
                        </a:rPr>
                        <a:t>Manufacturer of protective coatings, linings, joint fillers, and materials</a:t>
                      </a:r>
                    </a:p>
                  </a:txBody>
                  <a:tcPr marL="0" marR="0" marT="27432" marB="27432" anchor="ctr">
                    <a:lnT w="12700" cap="flat" cmpd="sng" algn="ctr">
                      <a:solidFill>
                        <a:srgbClr val="7F7F7F"/>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095427327"/>
                  </a:ext>
                </a:extLst>
              </a:tr>
              <a:tr h="246888">
                <a:tc vMerge="1">
                  <a:txBody>
                    <a:bodyPr/>
                    <a:lstStyle/>
                    <a:p>
                      <a:endParaRPr lang="en-US"/>
                    </a:p>
                  </a:txBody>
                  <a:tcPr/>
                </a:tc>
                <a:tc vMerge="1">
                  <a:txBody>
                    <a:bodyPr/>
                    <a:lstStyle/>
                    <a:p>
                      <a:pPr algn="ctr" fontAlgn="b"/>
                      <a:endParaRPr lang="en-US" sz="1100" b="0" i="0" u="none" strike="noStrike">
                        <a:solidFill>
                          <a:srgbClr val="000000"/>
                        </a:solidFill>
                        <a:effectLst/>
                        <a:latin typeface="+mj-lt"/>
                        <a:cs typeface="Times New Roman" panose="02020603050405020304" pitchFamily="18" charset="0"/>
                      </a:endParaRPr>
                    </a:p>
                  </a:txBody>
                  <a:tcPr marL="0" marR="0" marT="0" marB="0"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0" marB="0"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r>
                        <a:rPr lang="en-US" sz="1000" b="0" i="0" u="none" strike="noStrike">
                          <a:solidFill>
                            <a:srgbClr val="000000"/>
                          </a:solidFill>
                          <a:effectLst/>
                          <a:latin typeface="+mj-lt"/>
                          <a:cs typeface="Times New Roman" panose="02020603050405020304" pitchFamily="18" charset="0"/>
                        </a:rPr>
                        <a:t>December 2017</a:t>
                      </a:r>
                    </a:p>
                  </a:txBody>
                  <a:tcPr marL="0" marR="0" marT="0" marB="0"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mj-lt"/>
                          <a:cs typeface="Times New Roman" panose="02020603050405020304" pitchFamily="18" charset="0"/>
                        </a:rPr>
                        <a:t>Manufacturer of cementitious coatings, linings, primers, and sealers</a:t>
                      </a: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697015839"/>
                  </a:ext>
                </a:extLst>
              </a:tr>
              <a:tr h="246888">
                <a:tc vMerge="1">
                  <a:txBody>
                    <a:bodyPr/>
                    <a:lstStyle/>
                    <a:p>
                      <a:endParaRPr lang="en-US"/>
                    </a:p>
                  </a:txBody>
                  <a:tcPr/>
                </a:tc>
                <a:tc vMerge="1">
                  <a:txBody>
                    <a:bodyPr/>
                    <a:lstStyle/>
                    <a:p>
                      <a:pPr algn="ctr" fontAlgn="b"/>
                      <a:endParaRPr lang="en-US" sz="1100" b="0" i="0" u="none" strike="noStrike">
                        <a:solidFill>
                          <a:srgbClr val="000000"/>
                        </a:solidFill>
                        <a:effectLst/>
                        <a:latin typeface="+mj-lt"/>
                        <a:cs typeface="Times New Roman" panose="02020603050405020304" pitchFamily="18" charset="0"/>
                      </a:endParaRPr>
                    </a:p>
                  </a:txBody>
                  <a:tcPr marL="0" marR="0" marT="0" marB="0"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endParaRPr lang="en-US" sz="1000" b="0" i="0" u="none" strike="noStrike">
                        <a:solidFill>
                          <a:srgbClr val="000000"/>
                        </a:solidFill>
                        <a:effectLst/>
                        <a:latin typeface="+mj-lt"/>
                        <a:cs typeface="Times New Roman" panose="02020603050405020304" pitchFamily="18" charset="0"/>
                      </a:endParaRPr>
                    </a:p>
                  </a:txBody>
                  <a:tcPr marL="0" marR="0" marT="0" marB="0"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r>
                        <a:rPr lang="en-US" sz="1000" b="0" i="0" u="none" strike="noStrike">
                          <a:solidFill>
                            <a:srgbClr val="000000"/>
                          </a:solidFill>
                          <a:effectLst/>
                          <a:latin typeface="+mj-lt"/>
                          <a:cs typeface="Times New Roman" panose="02020603050405020304" pitchFamily="18" charset="0"/>
                        </a:rPr>
                        <a:t>September 2018</a:t>
                      </a:r>
                    </a:p>
                  </a:txBody>
                  <a:tcPr marL="0" marR="0" marT="0" marB="0"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mj-lt"/>
                          <a:cs typeface="Times New Roman" panose="02020603050405020304" pitchFamily="18" charset="0"/>
                        </a:rPr>
                        <a:t>Manufacturer and distributor of resinous floor and wall coatings </a:t>
                      </a:r>
                    </a:p>
                  </a:txBody>
                  <a:tcPr marL="0" marR="0" marT="27432" marB="27432"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839245894"/>
                  </a:ext>
                </a:extLst>
              </a:tr>
              <a:tr h="246888">
                <a:tc vMerge="1">
                  <a:txBody>
                    <a:bodyPr/>
                    <a:lstStyle/>
                    <a:p>
                      <a:endParaRPr lang="en-US"/>
                    </a:p>
                  </a:txBody>
                  <a:tcPr/>
                </a:tc>
                <a:tc vMerge="1">
                  <a:txBody>
                    <a:bodyPr/>
                    <a:lstStyle/>
                    <a:p>
                      <a:pPr algn="ctr" fontAlgn="b"/>
                      <a:endParaRPr lang="en-US" sz="1100" b="0" i="0" u="none" strike="noStrike">
                        <a:solidFill>
                          <a:srgbClr val="000000"/>
                        </a:solidFill>
                        <a:effectLst/>
                        <a:latin typeface="+mj-lt"/>
                        <a:cs typeface="Times New Roman" panose="02020603050405020304" pitchFamily="18" charset="0"/>
                      </a:endParaRPr>
                    </a:p>
                  </a:txBody>
                  <a:tcPr marL="0" marR="0" marT="0" marB="0"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914400" rtl="0" eaLnBrk="1" fontAlgn="b" latinLnBrk="0" hangingPunct="1"/>
                      <a:endParaRPr lang="en-US" sz="1000" b="0" i="0" u="none" strike="noStrike" kern="1200">
                        <a:solidFill>
                          <a:srgbClr val="000000"/>
                        </a:solidFill>
                        <a:effectLst/>
                        <a:latin typeface="+mj-lt"/>
                        <a:ea typeface="+mn-ea"/>
                        <a:cs typeface="Times New Roman" panose="02020603050405020304" pitchFamily="18" charset="0"/>
                      </a:endParaRPr>
                    </a:p>
                  </a:txBody>
                  <a:tcPr marL="0" marR="0" marT="0" marB="0" anchor="ctr">
                    <a:lnT w="12700" cap="flat" cmpd="sng" algn="ctr">
                      <a:solidFill>
                        <a:schemeClr val="bg2"/>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marL="0" algn="ctr" defTabSz="914400" rtl="0" eaLnBrk="1" fontAlgn="b" latinLnBrk="0" hangingPunct="1"/>
                      <a:r>
                        <a:rPr lang="en-US" sz="1000" b="0" i="0" u="none" strike="noStrike" kern="1200">
                          <a:solidFill>
                            <a:srgbClr val="000000"/>
                          </a:solidFill>
                          <a:effectLst/>
                          <a:latin typeface="+mj-lt"/>
                          <a:ea typeface="+mn-ea"/>
                          <a:cs typeface="Times New Roman" panose="02020603050405020304" pitchFamily="18" charset="0"/>
                        </a:rPr>
                        <a:t>April 2019</a:t>
                      </a:r>
                    </a:p>
                  </a:txBody>
                  <a:tcPr marL="0" marR="0" marT="0" marB="0" anchor="ctr">
                    <a:lnT w="12700" cap="flat" cmpd="sng" algn="ctr">
                      <a:solidFill>
                        <a:schemeClr val="bg2"/>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marL="0" algn="ctr" defTabSz="914400" rtl="0" eaLnBrk="1" fontAlgn="b" latinLnBrk="0" hangingPunct="1"/>
                      <a:r>
                        <a:rPr lang="en-US" sz="1000" b="0" i="0" u="none" strike="noStrike" kern="1200">
                          <a:solidFill>
                            <a:srgbClr val="000000"/>
                          </a:solidFill>
                          <a:effectLst/>
                          <a:latin typeface="+mj-lt"/>
                          <a:ea typeface="+mn-ea"/>
                          <a:cs typeface="Times New Roman" panose="02020603050405020304" pitchFamily="18" charset="0"/>
                        </a:rPr>
                        <a:t>Manufacturer of spray-applied elastomers, foams and equipment</a:t>
                      </a:r>
                    </a:p>
                  </a:txBody>
                  <a:tcPr marL="0" marR="0" marT="27432" marB="27432" anchor="ctr">
                    <a:lnT w="12700" cap="flat" cmpd="sng" algn="ctr">
                      <a:solidFill>
                        <a:schemeClr val="bg2"/>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1251758567"/>
                  </a:ext>
                </a:extLst>
              </a:tr>
            </a:tbl>
          </a:graphicData>
        </a:graphic>
      </p:graphicFrame>
      <p:pic>
        <p:nvPicPr>
          <p:cNvPr id="12" name="Picture 11">
            <a:extLst>
              <a:ext uri="{FF2B5EF4-FFF2-40B4-BE49-F238E27FC236}">
                <a16:creationId xmlns:a16="http://schemas.microsoft.com/office/drawing/2014/main" id="{FCF5650C-AC00-FB08-7672-2322F7F1C40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32300" y="5571945"/>
            <a:ext cx="459037" cy="146893"/>
          </a:xfrm>
          <a:prstGeom prst="rect">
            <a:avLst/>
          </a:prstGeom>
        </p:spPr>
      </p:pic>
      <p:pic>
        <p:nvPicPr>
          <p:cNvPr id="13" name="Picture 12">
            <a:extLst>
              <a:ext uri="{FF2B5EF4-FFF2-40B4-BE49-F238E27FC236}">
                <a16:creationId xmlns:a16="http://schemas.microsoft.com/office/drawing/2014/main" id="{9DC6E3CA-2241-6AE5-238F-2A0C180BCE2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06646" y="5822814"/>
            <a:ext cx="510344" cy="148228"/>
          </a:xfrm>
          <a:prstGeom prst="rect">
            <a:avLst/>
          </a:prstGeom>
        </p:spPr>
      </p:pic>
      <p:pic>
        <p:nvPicPr>
          <p:cNvPr id="14" name="Picture 13">
            <a:extLst>
              <a:ext uri="{FF2B5EF4-FFF2-40B4-BE49-F238E27FC236}">
                <a16:creationId xmlns:a16="http://schemas.microsoft.com/office/drawing/2014/main" id="{71CDD7E7-CA1F-E6DB-85C9-7CDEAA96787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67431" y="6068406"/>
            <a:ext cx="588774" cy="161161"/>
          </a:xfrm>
          <a:prstGeom prst="rect">
            <a:avLst/>
          </a:prstGeom>
        </p:spPr>
      </p:pic>
      <p:pic>
        <p:nvPicPr>
          <p:cNvPr id="15" name="Picture 14">
            <a:extLst>
              <a:ext uri="{FF2B5EF4-FFF2-40B4-BE49-F238E27FC236}">
                <a16:creationId xmlns:a16="http://schemas.microsoft.com/office/drawing/2014/main" id="{1B99D0C8-69DD-F93B-5060-89BEF4B64BE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804056" y="4095424"/>
            <a:ext cx="515524" cy="161447"/>
          </a:xfrm>
          <a:prstGeom prst="rect">
            <a:avLst/>
          </a:prstGeom>
        </p:spPr>
      </p:pic>
      <p:pic>
        <p:nvPicPr>
          <p:cNvPr id="16" name="Picture 15">
            <a:extLst>
              <a:ext uri="{FF2B5EF4-FFF2-40B4-BE49-F238E27FC236}">
                <a16:creationId xmlns:a16="http://schemas.microsoft.com/office/drawing/2014/main" id="{A70FC4C6-AC4A-5A8A-DD42-2DBC9B6D489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699143" y="4368836"/>
            <a:ext cx="725350" cy="118116"/>
          </a:xfrm>
          <a:prstGeom prst="rect">
            <a:avLst/>
          </a:prstGeom>
        </p:spPr>
      </p:pic>
      <p:pic>
        <p:nvPicPr>
          <p:cNvPr id="17" name="Picture 16">
            <a:extLst>
              <a:ext uri="{FF2B5EF4-FFF2-40B4-BE49-F238E27FC236}">
                <a16:creationId xmlns:a16="http://schemas.microsoft.com/office/drawing/2014/main" id="{F3E4721F-DC29-6C4C-E48E-5C9F95333E5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885806" y="4574950"/>
            <a:ext cx="352025" cy="182486"/>
          </a:xfrm>
          <a:prstGeom prst="rect">
            <a:avLst/>
          </a:prstGeom>
        </p:spPr>
      </p:pic>
      <p:pic>
        <p:nvPicPr>
          <p:cNvPr id="18" name="Picture 17">
            <a:extLst>
              <a:ext uri="{FF2B5EF4-FFF2-40B4-BE49-F238E27FC236}">
                <a16:creationId xmlns:a16="http://schemas.microsoft.com/office/drawing/2014/main" id="{873C34C9-B7E6-09AD-5DFA-0E5EA3F0CEF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711183" y="4831966"/>
            <a:ext cx="701270" cy="155317"/>
          </a:xfrm>
          <a:prstGeom prst="rect">
            <a:avLst/>
          </a:prstGeom>
        </p:spPr>
      </p:pic>
      <p:pic>
        <p:nvPicPr>
          <p:cNvPr id="19" name="Picture 2">
            <a:extLst>
              <a:ext uri="{FF2B5EF4-FFF2-40B4-BE49-F238E27FC236}">
                <a16:creationId xmlns:a16="http://schemas.microsoft.com/office/drawing/2014/main" id="{2D1A9655-827A-A6BC-B270-DB50FA5E11AE}"/>
              </a:ext>
            </a:extLst>
          </p:cNvPr>
          <p:cNvPicPr>
            <a:picLocks noChangeAspect="1" noChangeArrowheads="1"/>
          </p:cNvPicPr>
          <p:nvPr/>
        </p:nvPicPr>
        <p:blipFill rotWithShape="1">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l="6318" r="5226" b="35306"/>
          <a:stretch/>
        </p:blipFill>
        <p:spPr bwMode="auto">
          <a:xfrm>
            <a:off x="2734928" y="5082668"/>
            <a:ext cx="653780" cy="15245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6E48F832-F914-B64C-4623-9B7B5E7B0AC1}"/>
              </a:ext>
            </a:extLst>
          </p:cNvPr>
          <p:cNvPicPr>
            <a:picLocks noChangeAspect="1"/>
          </p:cNvPicPr>
          <p:nvPr/>
        </p:nvPicPr>
        <p:blipFill>
          <a:blip r:embed="rId11"/>
          <a:stretch>
            <a:fillRect/>
          </a:stretch>
        </p:blipFill>
        <p:spPr>
          <a:xfrm>
            <a:off x="2701526" y="2869824"/>
            <a:ext cx="720585" cy="136245"/>
          </a:xfrm>
          <a:prstGeom prst="rect">
            <a:avLst/>
          </a:prstGeom>
        </p:spPr>
      </p:pic>
      <p:pic>
        <p:nvPicPr>
          <p:cNvPr id="21" name="Picture 20">
            <a:extLst>
              <a:ext uri="{FF2B5EF4-FFF2-40B4-BE49-F238E27FC236}">
                <a16:creationId xmlns:a16="http://schemas.microsoft.com/office/drawing/2014/main" id="{AC43B907-9F39-4C66-93B1-543D0C3A89BE}"/>
              </a:ext>
            </a:extLst>
          </p:cNvPr>
          <p:cNvPicPr>
            <a:picLocks noChangeAspect="1"/>
          </p:cNvPicPr>
          <p:nvPr/>
        </p:nvPicPr>
        <p:blipFill>
          <a:blip r:embed="rId12">
            <a:clrChange>
              <a:clrFrom>
                <a:srgbClr val="000000"/>
              </a:clrFrom>
              <a:clrTo>
                <a:srgbClr val="000000">
                  <a:alpha val="0"/>
                </a:srgbClr>
              </a:clrTo>
            </a:clrChange>
          </a:blip>
          <a:stretch>
            <a:fillRect/>
          </a:stretch>
        </p:blipFill>
        <p:spPr>
          <a:xfrm>
            <a:off x="2736168" y="3353259"/>
            <a:ext cx="651300" cy="138702"/>
          </a:xfrm>
          <a:prstGeom prst="rect">
            <a:avLst/>
          </a:prstGeom>
        </p:spPr>
      </p:pic>
      <p:pic>
        <p:nvPicPr>
          <p:cNvPr id="22" name="Picture 21">
            <a:extLst>
              <a:ext uri="{FF2B5EF4-FFF2-40B4-BE49-F238E27FC236}">
                <a16:creationId xmlns:a16="http://schemas.microsoft.com/office/drawing/2014/main" id="{67582970-3DF9-F946-39CB-A573AAD2AC11}"/>
              </a:ext>
            </a:extLst>
          </p:cNvPr>
          <p:cNvPicPr>
            <a:picLocks noChangeAspect="1"/>
          </p:cNvPicPr>
          <p:nvPr/>
        </p:nvPicPr>
        <p:blipFill>
          <a:blip r:embed="rId13"/>
          <a:stretch>
            <a:fillRect/>
          </a:stretch>
        </p:blipFill>
        <p:spPr>
          <a:xfrm>
            <a:off x="2765773" y="3596815"/>
            <a:ext cx="592090" cy="144205"/>
          </a:xfrm>
          <a:prstGeom prst="rect">
            <a:avLst/>
          </a:prstGeom>
        </p:spPr>
      </p:pic>
      <p:pic>
        <p:nvPicPr>
          <p:cNvPr id="25" name="Picture 2">
            <a:extLst>
              <a:ext uri="{FF2B5EF4-FFF2-40B4-BE49-F238E27FC236}">
                <a16:creationId xmlns:a16="http://schemas.microsoft.com/office/drawing/2014/main" id="{895BEFCD-11ED-EBE8-134D-A7A2EFB77A58}"/>
              </a:ext>
            </a:extLst>
          </p:cNvPr>
          <p:cNvPicPr>
            <a:picLocks noChangeAspect="1" noChangeArrowheads="1"/>
          </p:cNvPicPr>
          <p:nvPr/>
        </p:nvPicPr>
        <p:blipFill rotWithShape="1">
          <a:blip r:embed="rId14" cstate="print">
            <a:extLst>
              <a:ext uri="{28A0092B-C50C-407E-A947-70E740481C1C}">
                <a14:useLocalDpi xmlns:a14="http://schemas.microsoft.com/office/drawing/2010/main" val="0"/>
              </a:ext>
            </a:extLst>
          </a:blip>
          <a:srcRect l="7409" t="34189" r="7409" b="35217"/>
          <a:stretch/>
        </p:blipFill>
        <p:spPr bwMode="auto">
          <a:xfrm>
            <a:off x="2765774" y="2115425"/>
            <a:ext cx="592089" cy="16512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2EA42756-6D4B-15FB-953B-A0F1A7789051}"/>
              </a:ext>
            </a:extLst>
          </p:cNvPr>
          <p:cNvPicPr>
            <a:picLocks noChangeAspect="1"/>
          </p:cNvPicPr>
          <p:nvPr/>
        </p:nvPicPr>
        <p:blipFill>
          <a:blip r:embed="rId15"/>
          <a:stretch>
            <a:fillRect/>
          </a:stretch>
        </p:blipFill>
        <p:spPr>
          <a:xfrm>
            <a:off x="2765774" y="1149027"/>
            <a:ext cx="592089" cy="142541"/>
          </a:xfrm>
          <a:prstGeom prst="rect">
            <a:avLst/>
          </a:prstGeom>
        </p:spPr>
      </p:pic>
      <p:pic>
        <p:nvPicPr>
          <p:cNvPr id="27" name="Picture 4">
            <a:extLst>
              <a:ext uri="{FF2B5EF4-FFF2-40B4-BE49-F238E27FC236}">
                <a16:creationId xmlns:a16="http://schemas.microsoft.com/office/drawing/2014/main" id="{FC21778A-9606-5E5C-58FF-2E2A8C7FCE62}"/>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2765774" y="3848791"/>
            <a:ext cx="592089" cy="160731"/>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6">
            <a:extLst>
              <a:ext uri="{FF2B5EF4-FFF2-40B4-BE49-F238E27FC236}">
                <a16:creationId xmlns:a16="http://schemas.microsoft.com/office/drawing/2014/main" id="{59F0BAEC-F4B0-EB0A-CE62-739C87EE9055}"/>
              </a:ext>
            </a:extLst>
          </p:cNvPr>
          <p:cNvPicPr>
            <a:picLocks noChangeAspect="1" noChangeArrowheads="1"/>
          </p:cNvPicPr>
          <p:nvPr/>
        </p:nvPicPr>
        <p:blipFill rotWithShape="1">
          <a:blip r:embed="rId17" cstate="print">
            <a:extLst>
              <a:ext uri="{28A0092B-C50C-407E-A947-70E740481C1C}">
                <a14:useLocalDpi xmlns:a14="http://schemas.microsoft.com/office/drawing/2010/main" val="0"/>
              </a:ext>
            </a:extLst>
          </a:blip>
          <a:srcRect r="7481"/>
          <a:stretch/>
        </p:blipFill>
        <p:spPr bwMode="auto">
          <a:xfrm>
            <a:off x="2966953" y="3094294"/>
            <a:ext cx="189731" cy="189297"/>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a:extLst>
              <a:ext uri="{FF2B5EF4-FFF2-40B4-BE49-F238E27FC236}">
                <a16:creationId xmlns:a16="http://schemas.microsoft.com/office/drawing/2014/main" id="{7EA42C82-C52D-B208-07E3-F42B0023493E}"/>
              </a:ext>
            </a:extLst>
          </p:cNvPr>
          <p:cNvPicPr>
            <a:picLocks noChangeAspect="1"/>
          </p:cNvPicPr>
          <p:nvPr/>
        </p:nvPicPr>
        <p:blipFill>
          <a:blip r:embed="rId18"/>
          <a:stretch>
            <a:fillRect/>
          </a:stretch>
        </p:blipFill>
        <p:spPr>
          <a:xfrm>
            <a:off x="2945147" y="1347408"/>
            <a:ext cx="233342" cy="233342"/>
          </a:xfrm>
          <a:prstGeom prst="rect">
            <a:avLst/>
          </a:prstGeom>
        </p:spPr>
      </p:pic>
      <p:pic>
        <p:nvPicPr>
          <p:cNvPr id="6" name="Picture 2">
            <a:extLst>
              <a:ext uri="{FF2B5EF4-FFF2-40B4-BE49-F238E27FC236}">
                <a16:creationId xmlns:a16="http://schemas.microsoft.com/office/drawing/2014/main" id="{FB47FB75-244A-254F-8A68-1E3C4DC79774}"/>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2723852" y="5322966"/>
            <a:ext cx="675932" cy="1677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F4585ABD-0551-87B3-CFA4-2319B448425E}"/>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2762926" y="1615578"/>
            <a:ext cx="597784" cy="194279"/>
          </a:xfrm>
          <a:prstGeom prst="rect">
            <a:avLst/>
          </a:prstGeom>
        </p:spPr>
      </p:pic>
      <p:sp>
        <p:nvSpPr>
          <p:cNvPr id="28" name="Text Placeholder 27">
            <a:extLst>
              <a:ext uri="{FF2B5EF4-FFF2-40B4-BE49-F238E27FC236}">
                <a16:creationId xmlns:a16="http://schemas.microsoft.com/office/drawing/2014/main" id="{2A547266-9A21-0DEF-E994-153256419BB6}"/>
              </a:ext>
            </a:extLst>
          </p:cNvPr>
          <p:cNvSpPr>
            <a:spLocks noGrp="1"/>
          </p:cNvSpPr>
          <p:nvPr>
            <p:ph type="body" sz="quarter" idx="30"/>
          </p:nvPr>
        </p:nvSpPr>
        <p:spPr/>
        <p:txBody>
          <a:bodyPr/>
          <a:lstStyle/>
          <a:p>
            <a:endParaRPr lang="en-US"/>
          </a:p>
        </p:txBody>
      </p:sp>
      <p:pic>
        <p:nvPicPr>
          <p:cNvPr id="43" name="Picture 42">
            <a:extLst>
              <a:ext uri="{FF2B5EF4-FFF2-40B4-BE49-F238E27FC236}">
                <a16:creationId xmlns:a16="http://schemas.microsoft.com/office/drawing/2014/main" id="{AA44B92B-2640-18B5-F3BF-51A3AA6A66E6}"/>
              </a:ext>
            </a:extLst>
          </p:cNvPr>
          <p:cNvPicPr>
            <a:picLocks noChangeAspect="1"/>
          </p:cNvPicPr>
          <p:nvPr/>
        </p:nvPicPr>
        <p:blipFill>
          <a:blip r:embed="rId15"/>
          <a:stretch>
            <a:fillRect/>
          </a:stretch>
        </p:blipFill>
        <p:spPr>
          <a:xfrm>
            <a:off x="1308203" y="1325625"/>
            <a:ext cx="1048923" cy="252522"/>
          </a:xfrm>
          <a:prstGeom prst="rect">
            <a:avLst/>
          </a:prstGeom>
        </p:spPr>
      </p:pic>
      <p:pic>
        <p:nvPicPr>
          <p:cNvPr id="45" name="Picture 44">
            <a:extLst>
              <a:ext uri="{FF2B5EF4-FFF2-40B4-BE49-F238E27FC236}">
                <a16:creationId xmlns:a16="http://schemas.microsoft.com/office/drawing/2014/main" id="{FBDD0FA9-E34E-E241-F6EA-481344E3411B}"/>
              </a:ext>
            </a:extLst>
          </p:cNvPr>
          <p:cNvPicPr>
            <a:picLocks noChangeAspect="1"/>
          </p:cNvPicPr>
          <p:nvPr/>
        </p:nvPicPr>
        <p:blipFill>
          <a:blip r:embed="rId21"/>
          <a:stretch>
            <a:fillRect/>
          </a:stretch>
        </p:blipFill>
        <p:spPr>
          <a:xfrm>
            <a:off x="1507016" y="2581830"/>
            <a:ext cx="651297" cy="213707"/>
          </a:xfrm>
          <a:prstGeom prst="rect">
            <a:avLst/>
          </a:prstGeom>
        </p:spPr>
      </p:pic>
      <p:pic>
        <p:nvPicPr>
          <p:cNvPr id="46" name="Picture 45">
            <a:extLst>
              <a:ext uri="{FF2B5EF4-FFF2-40B4-BE49-F238E27FC236}">
                <a16:creationId xmlns:a16="http://schemas.microsoft.com/office/drawing/2014/main" id="{EC5F7F00-2D92-AC6B-D8FF-36D598F9239F}"/>
              </a:ext>
            </a:extLst>
          </p:cNvPr>
          <p:cNvPicPr>
            <a:picLocks noChangeAspect="1"/>
          </p:cNvPicPr>
          <p:nvPr/>
        </p:nvPicPr>
        <p:blipFill>
          <a:blip r:embed="rId2"/>
          <a:stretch>
            <a:fillRect/>
          </a:stretch>
        </p:blipFill>
        <p:spPr>
          <a:xfrm>
            <a:off x="1507015" y="2309461"/>
            <a:ext cx="651298" cy="283691"/>
          </a:xfrm>
          <a:prstGeom prst="rect">
            <a:avLst/>
          </a:prstGeom>
        </p:spPr>
      </p:pic>
      <p:pic>
        <p:nvPicPr>
          <p:cNvPr id="47" name="Picture 46">
            <a:extLst>
              <a:ext uri="{FF2B5EF4-FFF2-40B4-BE49-F238E27FC236}">
                <a16:creationId xmlns:a16="http://schemas.microsoft.com/office/drawing/2014/main" id="{0BCBA1B3-E537-CB93-A160-048C6550B032}"/>
              </a:ext>
            </a:extLst>
          </p:cNvPr>
          <p:cNvPicPr>
            <a:picLocks noChangeAspect="1"/>
          </p:cNvPicPr>
          <p:nvPr/>
        </p:nvPicPr>
        <p:blipFill>
          <a:blip r:embed="rId11"/>
          <a:stretch>
            <a:fillRect/>
          </a:stretch>
        </p:blipFill>
        <p:spPr>
          <a:xfrm>
            <a:off x="1305160" y="3329261"/>
            <a:ext cx="1055009" cy="199477"/>
          </a:xfrm>
          <a:prstGeom prst="rect">
            <a:avLst/>
          </a:prstGeom>
        </p:spPr>
      </p:pic>
      <p:pic>
        <p:nvPicPr>
          <p:cNvPr id="48" name="Picture 47">
            <a:extLst>
              <a:ext uri="{FF2B5EF4-FFF2-40B4-BE49-F238E27FC236}">
                <a16:creationId xmlns:a16="http://schemas.microsoft.com/office/drawing/2014/main" id="{C5663209-98B9-12B8-753E-9990FFA2C24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76023" y="4483138"/>
            <a:ext cx="913282" cy="286014"/>
          </a:xfrm>
          <a:prstGeom prst="rect">
            <a:avLst/>
          </a:prstGeom>
        </p:spPr>
      </p:pic>
      <p:pic>
        <p:nvPicPr>
          <p:cNvPr id="49" name="Picture 2">
            <a:extLst>
              <a:ext uri="{FF2B5EF4-FFF2-40B4-BE49-F238E27FC236}">
                <a16:creationId xmlns:a16="http://schemas.microsoft.com/office/drawing/2014/main" id="{2D4042AF-BCD7-B4B6-65A9-8F0D9C8B0F78}"/>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1288366" y="5605811"/>
            <a:ext cx="1088596" cy="270103"/>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a:extLst>
              <a:ext uri="{FF2B5EF4-FFF2-40B4-BE49-F238E27FC236}">
                <a16:creationId xmlns:a16="http://schemas.microsoft.com/office/drawing/2014/main" id="{107DDF9C-44D8-5D38-BB00-B371F64E1466}"/>
              </a:ext>
            </a:extLst>
          </p:cNvPr>
          <p:cNvPicPr>
            <a:picLocks noChangeAspect="1"/>
          </p:cNvPicPr>
          <p:nvPr/>
        </p:nvPicPr>
        <p:blipFill>
          <a:blip r:embed="rId21"/>
          <a:stretch>
            <a:fillRect/>
          </a:stretch>
        </p:blipFill>
        <p:spPr>
          <a:xfrm>
            <a:off x="2736170" y="2581830"/>
            <a:ext cx="651297" cy="213707"/>
          </a:xfrm>
          <a:prstGeom prst="rect">
            <a:avLst/>
          </a:prstGeom>
        </p:spPr>
      </p:pic>
      <p:pic>
        <p:nvPicPr>
          <p:cNvPr id="2" name="Picture 1">
            <a:extLst>
              <a:ext uri="{FF2B5EF4-FFF2-40B4-BE49-F238E27FC236}">
                <a16:creationId xmlns:a16="http://schemas.microsoft.com/office/drawing/2014/main" id="{16794E29-1F09-6B38-1872-85009FF0C631}"/>
              </a:ext>
            </a:extLst>
          </p:cNvPr>
          <p:cNvPicPr>
            <a:picLocks noChangeAspect="1"/>
          </p:cNvPicPr>
          <p:nvPr/>
        </p:nvPicPr>
        <p:blipFill>
          <a:blip r:embed="rId23"/>
          <a:stretch>
            <a:fillRect/>
          </a:stretch>
        </p:blipFill>
        <p:spPr>
          <a:xfrm>
            <a:off x="1605953" y="1850985"/>
            <a:ext cx="453422" cy="453422"/>
          </a:xfrm>
          <a:prstGeom prst="rect">
            <a:avLst/>
          </a:prstGeom>
        </p:spPr>
      </p:pic>
      <p:pic>
        <p:nvPicPr>
          <p:cNvPr id="3" name="Picture 2">
            <a:extLst>
              <a:ext uri="{FF2B5EF4-FFF2-40B4-BE49-F238E27FC236}">
                <a16:creationId xmlns:a16="http://schemas.microsoft.com/office/drawing/2014/main" id="{2DA0FA92-4CCD-DF7C-275E-FADFAA4CE29C}"/>
              </a:ext>
            </a:extLst>
          </p:cNvPr>
          <p:cNvPicPr>
            <a:picLocks noChangeAspect="1"/>
          </p:cNvPicPr>
          <p:nvPr/>
        </p:nvPicPr>
        <p:blipFill>
          <a:blip r:embed="rId23"/>
          <a:stretch>
            <a:fillRect/>
          </a:stretch>
        </p:blipFill>
        <p:spPr>
          <a:xfrm>
            <a:off x="2958768" y="1851747"/>
            <a:ext cx="206101" cy="206101"/>
          </a:xfrm>
          <a:prstGeom prst="rect">
            <a:avLst/>
          </a:prstGeom>
        </p:spPr>
      </p:pic>
    </p:spTree>
    <p:extLst>
      <p:ext uri="{BB962C8B-B14F-4D97-AF65-F5344CB8AC3E}">
        <p14:creationId xmlns:p14="http://schemas.microsoft.com/office/powerpoint/2010/main" val="2793314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BBD9575-CD9B-AE31-BAF1-2F11DC0E36A4}"/>
              </a:ext>
            </a:extLst>
          </p:cNvPr>
          <p:cNvSpPr>
            <a:spLocks noGrp="1"/>
          </p:cNvSpPr>
          <p:nvPr>
            <p:ph type="sldNum" sz="quarter" idx="3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3C215A-CA0B-463C-9D89-24248B22F3D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4">
            <a:extLst>
              <a:ext uri="{FF2B5EF4-FFF2-40B4-BE49-F238E27FC236}">
                <a16:creationId xmlns:a16="http://schemas.microsoft.com/office/drawing/2014/main" id="{F406E9BB-ECCF-7D5E-4E9D-22C418A8CC29}"/>
              </a:ext>
            </a:extLst>
          </p:cNvPr>
          <p:cNvSpPr>
            <a:spLocks noGrp="1"/>
          </p:cNvSpPr>
          <p:nvPr>
            <p:ph type="title"/>
          </p:nvPr>
        </p:nvSpPr>
        <p:spPr>
          <a:xfrm>
            <a:off x="228599" y="119730"/>
            <a:ext cx="8915401" cy="557929"/>
          </a:xfrm>
        </p:spPr>
        <p:txBody>
          <a:bodyPr/>
          <a:lstStyle/>
          <a:p>
            <a:r>
              <a:rPr lang="en-US" dirty="0"/>
              <a:t>How DalFort Partners with Teams to Build Enduring Platforms</a:t>
            </a:r>
          </a:p>
        </p:txBody>
      </p:sp>
      <p:graphicFrame>
        <p:nvGraphicFramePr>
          <p:cNvPr id="15" name="Table 14">
            <a:extLst>
              <a:ext uri="{FF2B5EF4-FFF2-40B4-BE49-F238E27FC236}">
                <a16:creationId xmlns:a16="http://schemas.microsoft.com/office/drawing/2014/main" id="{242A1731-DED8-F9F7-A728-4C21F64D278D}"/>
              </a:ext>
            </a:extLst>
          </p:cNvPr>
          <p:cNvGraphicFramePr>
            <a:graphicFrameLocks noGrp="1"/>
          </p:cNvGraphicFramePr>
          <p:nvPr>
            <p:extLst>
              <p:ext uri="{D42A27DB-BD31-4B8C-83A1-F6EECF244321}">
                <p14:modId xmlns:p14="http://schemas.microsoft.com/office/powerpoint/2010/main" val="2530197701"/>
              </p:ext>
            </p:extLst>
          </p:nvPr>
        </p:nvGraphicFramePr>
        <p:xfrm>
          <a:off x="228599" y="1671618"/>
          <a:ext cx="8686801" cy="4581548"/>
        </p:xfrm>
        <a:graphic>
          <a:graphicData uri="http://schemas.openxmlformats.org/drawingml/2006/table">
            <a:tbl>
              <a:tblPr firstRow="1" bandRow="1">
                <a:tableStyleId>{5C22544A-7EE6-4342-B048-85BDC9FD1C3A}</a:tableStyleId>
              </a:tblPr>
              <a:tblGrid>
                <a:gridCol w="1353621">
                  <a:extLst>
                    <a:ext uri="{9D8B030D-6E8A-4147-A177-3AD203B41FA5}">
                      <a16:colId xmlns:a16="http://schemas.microsoft.com/office/drawing/2014/main" val="1932710067"/>
                    </a:ext>
                  </a:extLst>
                </a:gridCol>
                <a:gridCol w="1623317">
                  <a:extLst>
                    <a:ext uri="{9D8B030D-6E8A-4147-A177-3AD203B41FA5}">
                      <a16:colId xmlns:a16="http://schemas.microsoft.com/office/drawing/2014/main" val="2839170905"/>
                    </a:ext>
                  </a:extLst>
                </a:gridCol>
                <a:gridCol w="5709863">
                  <a:extLst>
                    <a:ext uri="{9D8B030D-6E8A-4147-A177-3AD203B41FA5}">
                      <a16:colId xmlns:a16="http://schemas.microsoft.com/office/drawing/2014/main" val="4214565898"/>
                    </a:ext>
                  </a:extLst>
                </a:gridCol>
              </a:tblGrid>
              <a:tr h="295281">
                <a:tc>
                  <a:txBody>
                    <a:bodyPr/>
                    <a:lstStyle/>
                    <a:p>
                      <a:pPr algn="ctr"/>
                      <a:r>
                        <a:rPr lang="en-US" sz="1400" dirty="0">
                          <a:latin typeface="+mj-lt"/>
                        </a:rPr>
                        <a:t>Value Lever</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0066"/>
                    </a:solidFill>
                  </a:tcPr>
                </a:tc>
                <a:tc>
                  <a:txBody>
                    <a:bodyPr/>
                    <a:lstStyle/>
                    <a:p>
                      <a:pPr algn="ctr"/>
                      <a:r>
                        <a:rPr lang="en-US" sz="1400" dirty="0">
                          <a:latin typeface="+mj-lt"/>
                        </a:rPr>
                        <a:t>How We Support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0066"/>
                    </a:solidFill>
                  </a:tcPr>
                </a:tc>
                <a:tc>
                  <a:txBody>
                    <a:bodyPr/>
                    <a:lstStyle/>
                    <a:p>
                      <a:pPr algn="ctr"/>
                      <a:r>
                        <a:rPr lang="en-US" sz="1400" dirty="0">
                          <a:latin typeface="+mj-lt"/>
                        </a:rPr>
                        <a:t>Illustrative Partner Outcomes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0066"/>
                    </a:solidFill>
                  </a:tcPr>
                </a:tc>
                <a:extLst>
                  <a:ext uri="{0D108BD9-81ED-4DB2-BD59-A6C34878D82A}">
                    <a16:rowId xmlns:a16="http://schemas.microsoft.com/office/drawing/2014/main" val="1757936366"/>
                  </a:ext>
                </a:extLst>
              </a:tr>
              <a:tr h="1069187">
                <a:tc>
                  <a:txBody>
                    <a:bodyPr/>
                    <a:lstStyle/>
                    <a:p>
                      <a:pPr marL="0" marR="0" algn="ctr">
                        <a:lnSpc>
                          <a:spcPct val="115000"/>
                        </a:lnSpc>
                        <a:spcAft>
                          <a:spcPts val="800"/>
                        </a:spcAft>
                        <a:buNone/>
                      </a:pPr>
                      <a:r>
                        <a:rPr lang="en-US" sz="1000" b="1" kern="100" dirty="0">
                          <a:effectLst/>
                          <a:latin typeface="+mj-lt"/>
                          <a:ea typeface="Aptos" panose="020B0004020202020204" pitchFamily="34" charset="0"/>
                          <a:cs typeface="Times New Roman" panose="02020603050405020304" pitchFamily="18" charset="0"/>
                        </a:rPr>
                        <a:t>Strategic Add-Ons &amp;</a:t>
                      </a:r>
                      <a:br>
                        <a:rPr lang="en-US" sz="1000" b="1" kern="100" dirty="0">
                          <a:effectLst/>
                          <a:latin typeface="+mj-lt"/>
                          <a:ea typeface="Aptos" panose="020B0004020202020204" pitchFamily="34" charset="0"/>
                          <a:cs typeface="Times New Roman" panose="02020603050405020304" pitchFamily="18" charset="0"/>
                        </a:rPr>
                      </a:br>
                      <a:r>
                        <a:rPr lang="en-US" sz="1000" b="1" kern="100" dirty="0">
                          <a:effectLst/>
                          <a:latin typeface="+mj-lt"/>
                          <a:ea typeface="Aptos" panose="020B0004020202020204" pitchFamily="34" charset="0"/>
                          <a:cs typeface="Times New Roman" panose="02020603050405020304" pitchFamily="18" charset="0"/>
                        </a:rPr>
                        <a:t>Capability Expansion</a:t>
                      </a:r>
                      <a:endParaRPr lang="en-US" sz="1000" kern="100" dirty="0">
                        <a:effectLst/>
                        <a:latin typeface="+mj-lt"/>
                        <a:ea typeface="Aptos" panose="020B0004020202020204" pitchFamily="34" charset="0"/>
                        <a:cs typeface="Times New Roman" panose="02020603050405020304" pitchFamily="18" charset="0"/>
                      </a:endParaRPr>
                    </a:p>
                  </a:txBody>
                  <a:tcPr marL="9525" marR="9525" marT="9525" marB="9525" anchor="ctr">
                    <a:lnT w="38100" cmpd="sng">
                      <a:noFill/>
                    </a:lnT>
                  </a:tcPr>
                </a:tc>
                <a:tc>
                  <a:txBody>
                    <a:bodyPr/>
                    <a:lstStyle/>
                    <a:p>
                      <a:pPr marL="0" marR="0" algn="ctr">
                        <a:lnSpc>
                          <a:spcPct val="115000"/>
                        </a:lnSpc>
                        <a:spcAft>
                          <a:spcPts val="800"/>
                        </a:spcAft>
                        <a:buNone/>
                      </a:pPr>
                      <a:r>
                        <a:rPr lang="en-US" sz="1000" kern="100" dirty="0">
                          <a:effectLst/>
                          <a:latin typeface="+mj-lt"/>
                          <a:ea typeface="Aptos" panose="020B0004020202020204" pitchFamily="34" charset="0"/>
                          <a:cs typeface="Times New Roman" panose="02020603050405020304" pitchFamily="18" charset="0"/>
                        </a:rPr>
                        <a:t>Pursue targeted acquisitions that expand product offerings, deepen customer relationships, and open new channels and geographies.</a:t>
                      </a:r>
                    </a:p>
                  </a:txBody>
                  <a:tcPr marT="9525" marB="9525" anchor="ctr">
                    <a:lnT w="38100" cmpd="sng">
                      <a:noFill/>
                    </a:lnT>
                  </a:tcPr>
                </a:tc>
                <a:tc>
                  <a:txBody>
                    <a:bodyPr/>
                    <a:lstStyle/>
                    <a:p>
                      <a:pPr marL="171450" marR="0" indent="-171450">
                        <a:lnSpc>
                          <a:spcPct val="115000"/>
                        </a:lnSpc>
                        <a:spcAft>
                          <a:spcPts val="0"/>
                        </a:spcAft>
                        <a:buFont typeface="Wingdings" panose="05000000000000000000" pitchFamily="2" charset="2"/>
                        <a:buChar char="§"/>
                      </a:pPr>
                      <a:r>
                        <a:rPr lang="en-US" sz="1000" b="1" dirty="0"/>
                        <a:t>VersaFlex</a:t>
                      </a:r>
                      <a:r>
                        <a:rPr lang="en-US" sz="1000" dirty="0"/>
                        <a:t> completed </a:t>
                      </a:r>
                      <a:r>
                        <a:rPr lang="en-US" sz="1000" b="1" dirty="0"/>
                        <a:t>3 add-on acquisitions</a:t>
                      </a:r>
                      <a:r>
                        <a:rPr lang="en-US" sz="1000" dirty="0"/>
                        <a:t>, expanding end markets and capabilities.</a:t>
                      </a:r>
                    </a:p>
                    <a:p>
                      <a:pPr marL="171450" marR="0" indent="-171450">
                        <a:lnSpc>
                          <a:spcPct val="115000"/>
                        </a:lnSpc>
                        <a:spcAft>
                          <a:spcPts val="0"/>
                        </a:spcAft>
                        <a:buFont typeface="Wingdings" panose="05000000000000000000" pitchFamily="2" charset="2"/>
                        <a:buChar char="§"/>
                      </a:pPr>
                      <a:r>
                        <a:rPr lang="en-US" sz="1000" b="1" dirty="0"/>
                        <a:t>United Enertech</a:t>
                      </a:r>
                      <a:r>
                        <a:rPr lang="en-US" sz="1000" dirty="0"/>
                        <a:t> completed </a:t>
                      </a:r>
                      <a:r>
                        <a:rPr lang="en-US" sz="1000" b="1" dirty="0"/>
                        <a:t>4 add-ons</a:t>
                      </a:r>
                      <a:r>
                        <a:rPr lang="en-US" sz="1000" dirty="0"/>
                        <a:t>, broadening its product portfolio and geographic reach.</a:t>
                      </a:r>
                    </a:p>
                    <a:p>
                      <a:pPr marL="171450" marR="0" indent="-171450">
                        <a:lnSpc>
                          <a:spcPct val="115000"/>
                        </a:lnSpc>
                        <a:spcAft>
                          <a:spcPts val="0"/>
                        </a:spcAft>
                        <a:buFont typeface="Wingdings" panose="05000000000000000000" pitchFamily="2" charset="2"/>
                        <a:buChar char="§"/>
                      </a:pPr>
                      <a:r>
                        <a:rPr lang="en-US" sz="1000" b="1" dirty="0"/>
                        <a:t>Key Polymer</a:t>
                      </a:r>
                      <a:r>
                        <a:rPr lang="en-US" sz="1000" dirty="0"/>
                        <a:t> completed </a:t>
                      </a:r>
                      <a:r>
                        <a:rPr lang="en-US" sz="1000" b="1" dirty="0"/>
                        <a:t>4 add-ons, </a:t>
                      </a:r>
                      <a:r>
                        <a:rPr lang="en-US" sz="1000" dirty="0"/>
                        <a:t>expanding its specialty formulations and customer base.</a:t>
                      </a:r>
                    </a:p>
                    <a:p>
                      <a:pPr marL="171450" marR="0" indent="-171450">
                        <a:lnSpc>
                          <a:spcPct val="115000"/>
                        </a:lnSpc>
                        <a:spcAft>
                          <a:spcPts val="0"/>
                        </a:spcAft>
                        <a:buFont typeface="Wingdings" panose="05000000000000000000" pitchFamily="2" charset="2"/>
                        <a:buChar char="§"/>
                      </a:pPr>
                      <a:r>
                        <a:rPr lang="en-US" sz="1000" b="1" dirty="0"/>
                        <a:t>Polymer Adhesives</a:t>
                      </a:r>
                      <a:r>
                        <a:rPr lang="en-US" sz="1000" dirty="0"/>
                        <a:t> completed </a:t>
                      </a:r>
                      <a:r>
                        <a:rPr lang="en-US" sz="1000" b="1" dirty="0"/>
                        <a:t>2 add-ons</a:t>
                      </a:r>
                      <a:r>
                        <a:rPr lang="en-US" sz="1000" dirty="0"/>
                        <a:t>, strengthening its position in HVAC and construction sealants.</a:t>
                      </a:r>
                    </a:p>
                    <a:p>
                      <a:pPr marL="171450" marR="0" indent="-171450">
                        <a:lnSpc>
                          <a:spcPct val="115000"/>
                        </a:lnSpc>
                        <a:spcAft>
                          <a:spcPts val="0"/>
                        </a:spcAft>
                        <a:buFont typeface="Wingdings" panose="05000000000000000000" pitchFamily="2" charset="2"/>
                        <a:buChar char="§"/>
                      </a:pPr>
                      <a:r>
                        <a:rPr lang="en-US" sz="1000" b="1" dirty="0"/>
                        <a:t>Goff’s Enterprises</a:t>
                      </a:r>
                      <a:r>
                        <a:rPr lang="en-US" sz="1000" dirty="0"/>
                        <a:t> completed </a:t>
                      </a:r>
                      <a:r>
                        <a:rPr lang="en-US" sz="1000" b="1" dirty="0"/>
                        <a:t>1 add-on, </a:t>
                      </a:r>
                      <a:r>
                        <a:rPr lang="en-US" sz="1000" dirty="0"/>
                        <a:t>vertically integrating seal and shelter product lines. </a:t>
                      </a:r>
                    </a:p>
                  </a:txBody>
                  <a:tcPr marL="45720" marR="0" marT="9525" marB="9525" anchor="ctr">
                    <a:lnT w="38100" cmpd="sng">
                      <a:noFill/>
                    </a:lnT>
                  </a:tcPr>
                </a:tc>
                <a:extLst>
                  <a:ext uri="{0D108BD9-81ED-4DB2-BD59-A6C34878D82A}">
                    <a16:rowId xmlns:a16="http://schemas.microsoft.com/office/drawing/2014/main" val="3591174213"/>
                  </a:ext>
                </a:extLst>
              </a:tr>
              <a:tr h="1069187">
                <a:tc>
                  <a:txBody>
                    <a:bodyPr/>
                    <a:lstStyle/>
                    <a:p>
                      <a:pPr marL="0" marR="0" algn="ctr">
                        <a:lnSpc>
                          <a:spcPct val="115000"/>
                        </a:lnSpc>
                        <a:spcAft>
                          <a:spcPts val="800"/>
                        </a:spcAft>
                        <a:buNone/>
                      </a:pPr>
                      <a:r>
                        <a:rPr lang="en-US" sz="1000" b="1" kern="100" dirty="0">
                          <a:effectLst/>
                          <a:latin typeface="+mj-lt"/>
                          <a:ea typeface="Aptos" panose="020B0004020202020204" pitchFamily="34" charset="0"/>
                          <a:cs typeface="Times New Roman" panose="02020603050405020304" pitchFamily="18" charset="0"/>
                        </a:rPr>
                        <a:t>Leadership &amp; Organizational Upgrade</a:t>
                      </a:r>
                      <a:endParaRPr lang="en-US" sz="1000" kern="100" dirty="0">
                        <a:effectLst/>
                        <a:latin typeface="+mj-lt"/>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effectLst/>
                          <a:latin typeface="+mj-lt"/>
                          <a:ea typeface="Aptos" panose="020B0004020202020204" pitchFamily="34" charset="0"/>
                          <a:cs typeface="Times New Roman" panose="02020603050405020304" pitchFamily="18" charset="0"/>
                        </a:rPr>
                        <a:t>Build high-impact leadership teams and governance structures to accelerate growth and professionalize founder-led businesses.</a:t>
                      </a:r>
                    </a:p>
                  </a:txBody>
                  <a:tcPr marT="9525" marB="9525" anchor="ctr"/>
                </a:tc>
                <a:tc>
                  <a:txBody>
                    <a:bodyPr/>
                    <a:lstStyle/>
                    <a:p>
                      <a:pPr marL="171450" marR="0" indent="-171450">
                        <a:lnSpc>
                          <a:spcPct val="115000"/>
                        </a:lnSpc>
                        <a:spcAft>
                          <a:spcPts val="0"/>
                        </a:spcAft>
                        <a:buFont typeface="Wingdings" panose="05000000000000000000" pitchFamily="2" charset="2"/>
                        <a:buChar char="§"/>
                      </a:pPr>
                      <a:r>
                        <a:rPr lang="en-US" sz="1000" b="1" dirty="0"/>
                        <a:t>United Enertech</a:t>
                      </a:r>
                      <a:r>
                        <a:rPr lang="en-US" sz="1000" dirty="0"/>
                        <a:t> recruited former presidents from </a:t>
                      </a:r>
                      <a:r>
                        <a:rPr lang="en-US" sz="1000" b="0" dirty="0"/>
                        <a:t>Ruskin (JCI) and AWV, A Mestek Company</a:t>
                      </a:r>
                      <a:r>
                        <a:rPr lang="en-US" sz="1000" b="1" dirty="0"/>
                        <a:t>.</a:t>
                      </a:r>
                      <a:endParaRPr lang="en-US" sz="1000" dirty="0"/>
                    </a:p>
                    <a:p>
                      <a:pPr marL="171450" marR="0" indent="-171450">
                        <a:lnSpc>
                          <a:spcPct val="115000"/>
                        </a:lnSpc>
                        <a:spcAft>
                          <a:spcPts val="0"/>
                        </a:spcAft>
                        <a:buFont typeface="Wingdings" panose="05000000000000000000" pitchFamily="2" charset="2"/>
                        <a:buChar char="§"/>
                      </a:pPr>
                      <a:r>
                        <a:rPr lang="en-US" sz="1000" b="1" dirty="0"/>
                        <a:t>Key Polymer</a:t>
                      </a:r>
                      <a:r>
                        <a:rPr lang="en-US" sz="1000" dirty="0"/>
                        <a:t> recruited a new President from Bostik, our prior CFO from </a:t>
                      </a:r>
                      <a:r>
                        <a:rPr lang="en-US" sz="1000" b="1" dirty="0"/>
                        <a:t>VersaFlex</a:t>
                      </a:r>
                      <a:r>
                        <a:rPr lang="en-US" sz="1000" dirty="0"/>
                        <a:t>, VP of Development, and a broader bench of senior leaders to drive growth and strategic execution.</a:t>
                      </a:r>
                    </a:p>
                    <a:p>
                      <a:pPr marL="171450" marR="0" indent="-171450">
                        <a:lnSpc>
                          <a:spcPct val="115000"/>
                        </a:lnSpc>
                        <a:spcAft>
                          <a:spcPts val="0"/>
                        </a:spcAft>
                        <a:buFont typeface="Wingdings" panose="05000000000000000000" pitchFamily="2" charset="2"/>
                        <a:buChar char="§"/>
                      </a:pPr>
                      <a:r>
                        <a:rPr lang="en-US" sz="1000" b="1" dirty="0"/>
                        <a:t>Goff’s Enterprises</a:t>
                      </a:r>
                      <a:r>
                        <a:rPr lang="en-US" sz="1000" dirty="0"/>
                        <a:t> transitioned from a founder-led model by hiring a new CEO, VP of Sales, and CFO to professionalize leadership and strengthen financial oversight.</a:t>
                      </a:r>
                      <a:endParaRPr lang="en-US" sz="1000" b="1" dirty="0"/>
                    </a:p>
                    <a:p>
                      <a:pPr marL="171450" marR="0" indent="-171450">
                        <a:lnSpc>
                          <a:spcPct val="115000"/>
                        </a:lnSpc>
                        <a:spcAft>
                          <a:spcPts val="0"/>
                        </a:spcAft>
                        <a:buFont typeface="Wingdings" panose="05000000000000000000" pitchFamily="2" charset="2"/>
                        <a:buChar char="§"/>
                      </a:pPr>
                      <a:r>
                        <a:rPr lang="en-US" sz="1000" b="1" kern="100" dirty="0">
                          <a:effectLst/>
                          <a:latin typeface="+mj-lt"/>
                          <a:ea typeface="Aptos" panose="020B0004020202020204" pitchFamily="34" charset="0"/>
                          <a:cs typeface="Times New Roman" panose="02020603050405020304" pitchFamily="18" charset="0"/>
                        </a:rPr>
                        <a:t>Oil-Rite</a:t>
                      </a:r>
                      <a:r>
                        <a:rPr lang="en-US" sz="1000" b="0" kern="100" dirty="0">
                          <a:effectLst/>
                          <a:latin typeface="+mj-lt"/>
                          <a:ea typeface="Aptos" panose="020B0004020202020204" pitchFamily="34" charset="0"/>
                          <a:cs typeface="Times New Roman" panose="02020603050405020304" pitchFamily="18" charset="0"/>
                        </a:rPr>
                        <a:t> recruited a CFO and VP of Sales to enable financial oversight and </a:t>
                      </a:r>
                      <a:r>
                        <a:rPr lang="en-US" sz="1000" b="0" kern="100" dirty="0">
                          <a:solidFill>
                            <a:schemeClr val="dk1"/>
                          </a:solidFill>
                          <a:effectLst/>
                          <a:latin typeface="+mn-lt"/>
                          <a:ea typeface="Aptos" panose="020B0004020202020204" pitchFamily="34" charset="0"/>
                          <a:cs typeface="Times New Roman" panose="02020603050405020304" pitchFamily="18" charset="0"/>
                        </a:rPr>
                        <a:t>drive commercial expansion</a:t>
                      </a:r>
                      <a:r>
                        <a:rPr lang="en-US" sz="1000" b="0" kern="100" dirty="0">
                          <a:effectLst/>
                          <a:latin typeface="+mj-lt"/>
                          <a:ea typeface="Aptos" panose="020B0004020202020204" pitchFamily="34" charset="0"/>
                          <a:cs typeface="Times New Roman" panose="02020603050405020304" pitchFamily="18" charset="0"/>
                        </a:rPr>
                        <a:t>.</a:t>
                      </a:r>
                    </a:p>
                  </a:txBody>
                  <a:tcPr marL="45720" marR="0" marT="9525" marB="9525" anchor="ctr"/>
                </a:tc>
                <a:extLst>
                  <a:ext uri="{0D108BD9-81ED-4DB2-BD59-A6C34878D82A}">
                    <a16:rowId xmlns:a16="http://schemas.microsoft.com/office/drawing/2014/main" val="3726448339"/>
                  </a:ext>
                </a:extLst>
              </a:tr>
              <a:tr h="1069187">
                <a:tc>
                  <a:txBody>
                    <a:bodyPr/>
                    <a:lstStyle/>
                    <a:p>
                      <a:pPr marL="0" marR="0" algn="ctr">
                        <a:lnSpc>
                          <a:spcPct val="115000"/>
                        </a:lnSpc>
                        <a:spcAft>
                          <a:spcPts val="800"/>
                        </a:spcAft>
                        <a:buNone/>
                      </a:pPr>
                      <a:r>
                        <a:rPr lang="en-US" sz="1000" b="1" kern="100" dirty="0">
                          <a:effectLst/>
                          <a:latin typeface="+mj-lt"/>
                          <a:ea typeface="Aptos" panose="020B0004020202020204" pitchFamily="34" charset="0"/>
                          <a:cs typeface="Times New Roman" panose="02020603050405020304" pitchFamily="18" charset="0"/>
                        </a:rPr>
                        <a:t>Operational Efficiency &amp; Facility Optimization</a:t>
                      </a:r>
                      <a:endParaRPr lang="en-US" sz="1000" kern="100" dirty="0">
                        <a:effectLst/>
                        <a:latin typeface="+mj-lt"/>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effectLst/>
                          <a:latin typeface="+mj-lt"/>
                          <a:ea typeface="Aptos" panose="020B0004020202020204" pitchFamily="34" charset="0"/>
                          <a:cs typeface="Times New Roman" panose="02020603050405020304" pitchFamily="18" charset="0"/>
                        </a:rPr>
                        <a:t>Streamline operations, rationalize footprints, and drive margin expansion through disciplined cost and asset initiatives.</a:t>
                      </a:r>
                    </a:p>
                  </a:txBody>
                  <a:tcPr marT="9525" marB="9525" anchor="ctr"/>
                </a:tc>
                <a:tc>
                  <a:txBody>
                    <a:bodyPr/>
                    <a:lstStyle/>
                    <a:p>
                      <a:pPr marL="171450" marR="0" indent="-171450">
                        <a:lnSpc>
                          <a:spcPct val="115000"/>
                        </a:lnSpc>
                        <a:spcAft>
                          <a:spcPts val="0"/>
                        </a:spcAft>
                        <a:buFont typeface="Wingdings" panose="05000000000000000000" pitchFamily="2" charset="2"/>
                        <a:buChar char="§"/>
                      </a:pPr>
                      <a:r>
                        <a:rPr lang="en-US" sz="1000" b="1" dirty="0"/>
                        <a:t>VersaFlex</a:t>
                      </a:r>
                      <a:r>
                        <a:rPr lang="en-US" sz="1000" dirty="0"/>
                        <a:t> rationalized its footprint from </a:t>
                      </a:r>
                      <a:r>
                        <a:rPr lang="en-US" sz="1000" b="1" dirty="0"/>
                        <a:t>7 facilities to 3</a:t>
                      </a:r>
                      <a:r>
                        <a:rPr lang="en-US" sz="1000" dirty="0"/>
                        <a:t>, consolidating </a:t>
                      </a:r>
                      <a:r>
                        <a:rPr lang="en-US" sz="1000" b="1" dirty="0"/>
                        <a:t>4 plants </a:t>
                      </a:r>
                      <a:r>
                        <a:rPr lang="en-US" sz="1000" dirty="0"/>
                        <a:t>into existing operations to optimize utilization and reduce overhead.</a:t>
                      </a:r>
                    </a:p>
                    <a:p>
                      <a:pPr marL="171450" marR="0" indent="-171450">
                        <a:lnSpc>
                          <a:spcPct val="115000"/>
                        </a:lnSpc>
                        <a:spcAft>
                          <a:spcPts val="0"/>
                        </a:spcAft>
                        <a:buFont typeface="Wingdings" panose="05000000000000000000" pitchFamily="2" charset="2"/>
                        <a:buChar char="§"/>
                      </a:pPr>
                      <a:r>
                        <a:rPr lang="en-US" sz="1000" b="1" dirty="0"/>
                        <a:t>Key Polymer </a:t>
                      </a:r>
                      <a:r>
                        <a:rPr lang="en-US" sz="1000" b="0" dirty="0"/>
                        <a:t>consolidated </a:t>
                      </a:r>
                      <a:r>
                        <a:rPr lang="en-US" sz="1000" b="1" dirty="0"/>
                        <a:t>2 facilities</a:t>
                      </a:r>
                      <a:r>
                        <a:rPr lang="en-US" sz="1000" b="0" dirty="0"/>
                        <a:t> into its existing footprint and began integrating a </a:t>
                      </a:r>
                      <a:r>
                        <a:rPr lang="en-US" sz="1000" b="1" dirty="0"/>
                        <a:t>third</a:t>
                      </a:r>
                      <a:r>
                        <a:rPr lang="en-US" sz="1000" b="0" dirty="0"/>
                        <a:t> production facility (Durant) in Q3 2025 to further enhance utilization and efficiency.</a:t>
                      </a:r>
                    </a:p>
                    <a:p>
                      <a:pPr marL="171450" marR="0" indent="-171450">
                        <a:lnSpc>
                          <a:spcPct val="115000"/>
                        </a:lnSpc>
                        <a:spcAft>
                          <a:spcPts val="0"/>
                        </a:spcAft>
                        <a:buFont typeface="Wingdings" panose="05000000000000000000" pitchFamily="2" charset="2"/>
                        <a:buChar char="§"/>
                      </a:pPr>
                      <a:r>
                        <a:rPr lang="en-US" sz="1000" b="1" dirty="0"/>
                        <a:t>Polymer Adhesives </a:t>
                      </a:r>
                      <a:r>
                        <a:rPr lang="en-US" sz="1000" b="0" dirty="0"/>
                        <a:t>is actively integrating Fielco Adhesives’ plant into its existing Lafayette, TN facility.</a:t>
                      </a:r>
                      <a:endParaRPr lang="en-US" sz="1000" kern="100" dirty="0">
                        <a:effectLst/>
                        <a:latin typeface="+mj-lt"/>
                        <a:ea typeface="Aptos" panose="020B0004020202020204" pitchFamily="34" charset="0"/>
                        <a:cs typeface="Times New Roman" panose="02020603050405020304" pitchFamily="18" charset="0"/>
                      </a:endParaRPr>
                    </a:p>
                  </a:txBody>
                  <a:tcPr marL="45720" marR="0" marT="9525" marB="9525" anchor="ctr"/>
                </a:tc>
                <a:extLst>
                  <a:ext uri="{0D108BD9-81ED-4DB2-BD59-A6C34878D82A}">
                    <a16:rowId xmlns:a16="http://schemas.microsoft.com/office/drawing/2014/main" val="3711043320"/>
                  </a:ext>
                </a:extLst>
              </a:tr>
              <a:tr h="1069187">
                <a:tc>
                  <a:txBody>
                    <a:bodyPr/>
                    <a:lstStyle/>
                    <a:p>
                      <a:pPr marL="0" marR="0" algn="ctr">
                        <a:lnSpc>
                          <a:spcPct val="115000"/>
                        </a:lnSpc>
                        <a:spcAft>
                          <a:spcPts val="800"/>
                        </a:spcAft>
                        <a:buNone/>
                      </a:pPr>
                      <a:r>
                        <a:rPr lang="en-US" sz="1000" b="1" kern="100" dirty="0">
                          <a:effectLst/>
                          <a:latin typeface="+mj-lt"/>
                          <a:ea typeface="Aptos" panose="020B0004020202020204" pitchFamily="34" charset="0"/>
                          <a:cs typeface="Times New Roman" panose="02020603050405020304" pitchFamily="18" charset="0"/>
                        </a:rPr>
                        <a:t>Technology &amp; Process Modernization</a:t>
                      </a:r>
                      <a:endParaRPr lang="en-US" sz="1000" kern="100" dirty="0">
                        <a:effectLst/>
                        <a:latin typeface="+mj-lt"/>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000" kern="100" dirty="0">
                          <a:effectLst/>
                          <a:latin typeface="+mj-lt"/>
                          <a:ea typeface="Aptos" panose="020B0004020202020204" pitchFamily="34" charset="0"/>
                          <a:cs typeface="Times New Roman" panose="02020603050405020304" pitchFamily="18" charset="0"/>
                        </a:rPr>
                        <a:t>Deploy modern ERP systems, automation, and digital tools to improve visibility, control, and scalability.</a:t>
                      </a:r>
                    </a:p>
                  </a:txBody>
                  <a:tcPr marT="9525" marB="9525" anchor="ctr"/>
                </a:tc>
                <a:tc>
                  <a:txBody>
                    <a:bodyPr/>
                    <a:lstStyle/>
                    <a:p>
                      <a:pPr marL="171450" marR="0" indent="-171450">
                        <a:lnSpc>
                          <a:spcPct val="115000"/>
                        </a:lnSpc>
                        <a:spcAft>
                          <a:spcPts val="0"/>
                        </a:spcAft>
                        <a:buFont typeface="Wingdings" panose="05000000000000000000" pitchFamily="2" charset="2"/>
                        <a:buChar char="§"/>
                      </a:pPr>
                      <a:r>
                        <a:rPr lang="en-US" sz="1000" b="1" dirty="0"/>
                        <a:t>VersaFlex</a:t>
                      </a:r>
                      <a:r>
                        <a:rPr lang="en-US" sz="1000" dirty="0"/>
                        <a:t> implemented </a:t>
                      </a:r>
                      <a:r>
                        <a:rPr lang="en-US" sz="1000" b="1" dirty="0"/>
                        <a:t>Macola</a:t>
                      </a:r>
                      <a:r>
                        <a:rPr lang="en-US" sz="1000" dirty="0"/>
                        <a:t> ERP and </a:t>
                      </a:r>
                      <a:r>
                        <a:rPr lang="en-US" sz="1000" b="1" dirty="0"/>
                        <a:t>OneStream</a:t>
                      </a:r>
                      <a:r>
                        <a:rPr lang="en-US" sz="1000" dirty="0"/>
                        <a:t> for consolidated reporting and real-time visibility.</a:t>
                      </a:r>
                    </a:p>
                    <a:p>
                      <a:pPr marL="171450" marR="0" indent="-171450">
                        <a:lnSpc>
                          <a:spcPct val="115000"/>
                        </a:lnSpc>
                        <a:spcAft>
                          <a:spcPts val="0"/>
                        </a:spcAft>
                        <a:buFont typeface="Wingdings" panose="05000000000000000000" pitchFamily="2" charset="2"/>
                        <a:buChar char="§"/>
                      </a:pPr>
                      <a:r>
                        <a:rPr lang="en-US" sz="1000" b="1" dirty="0"/>
                        <a:t>United Enertech</a:t>
                      </a:r>
                      <a:r>
                        <a:rPr lang="en-US" sz="1000" dirty="0"/>
                        <a:t> deployed </a:t>
                      </a:r>
                      <a:r>
                        <a:rPr lang="en-US" sz="1000" b="1" dirty="0"/>
                        <a:t>Microsoft Dynamics</a:t>
                      </a:r>
                      <a:r>
                        <a:rPr lang="en-US" sz="1000" dirty="0"/>
                        <a:t> ERP across its entire platform, modernizing core systems to support scalable growth and real-time decision-making.</a:t>
                      </a:r>
                    </a:p>
                    <a:p>
                      <a:pPr marL="171450" marR="0" indent="-171450">
                        <a:lnSpc>
                          <a:spcPct val="115000"/>
                        </a:lnSpc>
                        <a:spcAft>
                          <a:spcPts val="0"/>
                        </a:spcAft>
                        <a:buFont typeface="Wingdings" panose="05000000000000000000" pitchFamily="2" charset="2"/>
                        <a:buChar char="§"/>
                      </a:pPr>
                      <a:r>
                        <a:rPr lang="en-US" sz="1000" b="1" dirty="0"/>
                        <a:t>Key Polymer</a:t>
                      </a:r>
                      <a:r>
                        <a:rPr lang="en-US" sz="1000" dirty="0"/>
                        <a:t> upgraded operations to </a:t>
                      </a:r>
                      <a:r>
                        <a:rPr lang="en-US" sz="1000" b="1" dirty="0"/>
                        <a:t>BatchMaster</a:t>
                      </a:r>
                      <a:r>
                        <a:rPr lang="en-US" sz="1000" dirty="0"/>
                        <a:t>, enhancing inventory control and production planning.</a:t>
                      </a:r>
                    </a:p>
                    <a:p>
                      <a:pPr marL="171450" marR="0" indent="-171450">
                        <a:lnSpc>
                          <a:spcPct val="115000"/>
                        </a:lnSpc>
                        <a:spcAft>
                          <a:spcPts val="0"/>
                        </a:spcAft>
                        <a:buFont typeface="Wingdings" panose="05000000000000000000" pitchFamily="2" charset="2"/>
                        <a:buChar char="§"/>
                      </a:pPr>
                      <a:r>
                        <a:rPr lang="en-US" sz="1000" b="1" dirty="0"/>
                        <a:t>Goff’s</a:t>
                      </a:r>
                      <a:r>
                        <a:rPr lang="en-US" sz="1000" dirty="0"/>
                        <a:t> migrated from SAP to </a:t>
                      </a:r>
                      <a:r>
                        <a:rPr lang="en-US" sz="1000" b="1" dirty="0"/>
                        <a:t>NetSuite</a:t>
                      </a:r>
                      <a:r>
                        <a:rPr lang="en-US" sz="1000" dirty="0"/>
                        <a:t> with a custom CPQ to streamline quoting and sales conversion.</a:t>
                      </a:r>
                    </a:p>
                    <a:p>
                      <a:pPr marL="171450" marR="0" indent="-171450">
                        <a:lnSpc>
                          <a:spcPct val="115000"/>
                        </a:lnSpc>
                        <a:spcAft>
                          <a:spcPts val="0"/>
                        </a:spcAft>
                        <a:buFont typeface="Wingdings" panose="05000000000000000000" pitchFamily="2" charset="2"/>
                        <a:buChar char="§"/>
                      </a:pPr>
                      <a:r>
                        <a:rPr lang="en-US" sz="1000" b="1" dirty="0"/>
                        <a:t>DalFort</a:t>
                      </a:r>
                      <a:r>
                        <a:rPr lang="en-US" sz="1000" dirty="0"/>
                        <a:t> implements annual audit and tax planning processes across all portfolio companies.</a:t>
                      </a:r>
                    </a:p>
                  </a:txBody>
                  <a:tcPr marL="45720" marR="0" marT="9525" marB="9525" anchor="ctr"/>
                </a:tc>
                <a:extLst>
                  <a:ext uri="{0D108BD9-81ED-4DB2-BD59-A6C34878D82A}">
                    <a16:rowId xmlns:a16="http://schemas.microsoft.com/office/drawing/2014/main" val="1682165140"/>
                  </a:ext>
                </a:extLst>
              </a:tr>
            </a:tbl>
          </a:graphicData>
        </a:graphic>
      </p:graphicFrame>
      <p:sp>
        <p:nvSpPr>
          <p:cNvPr id="18" name="Title 4">
            <a:extLst>
              <a:ext uri="{FF2B5EF4-FFF2-40B4-BE49-F238E27FC236}">
                <a16:creationId xmlns:a16="http://schemas.microsoft.com/office/drawing/2014/main" id="{1D9A2D02-82A2-B357-A17F-9DFD914E363E}"/>
              </a:ext>
            </a:extLst>
          </p:cNvPr>
          <p:cNvSpPr txBox="1">
            <a:spLocks/>
          </p:cNvSpPr>
          <p:nvPr/>
        </p:nvSpPr>
        <p:spPr>
          <a:xfrm>
            <a:off x="228599" y="826025"/>
            <a:ext cx="8686802" cy="779655"/>
          </a:xfrm>
          <a:prstGeom prst="roundRect">
            <a:avLst/>
          </a:prstGeom>
          <a:solidFill>
            <a:schemeClr val="bg1">
              <a:lumMod val="95000"/>
            </a:schemeClr>
          </a:solidFill>
          <a:ln w="12700">
            <a:solidFill>
              <a:schemeClr val="tx1"/>
            </a:solidFill>
          </a:ln>
        </p:spPr>
        <p:txBody>
          <a:bodyPr vert="horz" lIns="0" tIns="45720" rIns="91440" bIns="45720" rtlCol="0" anchor="ctr" anchorCtr="0">
            <a:noAutofit/>
          </a:bodyPr>
          <a:lstStyle>
            <a:lvl1pPr algn="l" defTabSz="914400" rtl="0" eaLnBrk="1" latinLnBrk="0" hangingPunct="1">
              <a:spcBef>
                <a:spcPct val="0"/>
              </a:spcBef>
              <a:buNone/>
              <a:defRPr sz="2600" b="1" kern="1200">
                <a:solidFill>
                  <a:srgbClr val="000066"/>
                </a:solidFill>
                <a:latin typeface="+mn-lt"/>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j-ea"/>
                <a:cs typeface="Arial" panose="020B0604020202020204" pitchFamily="34" charset="0"/>
              </a:rPr>
              <a:t>Our role is to support management teams with the resources, experience, and capital needed to execute ambitious growth plans.</a:t>
            </a:r>
          </a:p>
        </p:txBody>
      </p:sp>
    </p:spTree>
    <p:extLst>
      <p:ext uri="{BB962C8B-B14F-4D97-AF65-F5344CB8AC3E}">
        <p14:creationId xmlns:p14="http://schemas.microsoft.com/office/powerpoint/2010/main" val="2604730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1683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BODYW" val="_Bodyw"/>
  <p:tag name="_CCC" val="_ccc"/>
  <p:tag name="DH_AGENDA_COLLAPSE" val="1"/>
  <p:tag name="DH_AGENDA_OMIT" val="0"/>
  <p:tag name="DH_AGENDA_SKIP" val="1"/>
  <p:tag name="DH_FLYSHEET_STYLE" val="1"/>
  <p:tag name="DH_TOC_SUBSECTIONS" val="0"/>
  <p:tag name="MM_STAMP_CONVERTED" val="True"/>
  <p:tag name="MMLAYOUTAPPXDIV" val="Appendix Divider"/>
  <p:tag name="MMLAYOUTAPPXTAB" val="Appendix Tab"/>
  <p:tag name="MMLAYOUTCOVER" val="Cover Page"/>
  <p:tag name="MMLAYOUTSECTTAB" val="Section Tab"/>
  <p:tag name="MMLAYOUTTOC" val="Table of Contents"/>
  <p:tag name="PROHIBITUSERCUSTOMIZATION" val="foo"/>
  <p:tag name="TEMPLATEID" val="adcc0edf21b2434e"/>
</p:tagLst>
</file>

<file path=ppt/tags/tag2.xml><?xml version="1.0" encoding="utf-8"?>
<p:tagLst xmlns:a="http://schemas.openxmlformats.org/drawingml/2006/main" xmlns:r="http://schemas.openxmlformats.org/officeDocument/2006/relationships" xmlns:p="http://schemas.openxmlformats.org/presentationml/2006/main">
  <p:tag name="MM_SHAPE_TYPE" val="STAMP"/>
</p:tagLst>
</file>

<file path=ppt/tags/tag3.xml><?xml version="1.0" encoding="utf-8"?>
<p:tagLst xmlns:a="http://schemas.openxmlformats.org/drawingml/2006/main" xmlns:r="http://schemas.openxmlformats.org/officeDocument/2006/relationships" xmlns:p="http://schemas.openxmlformats.org/presentationml/2006/main">
  <p:tag name="MM_SHAPE_TYPE" val="STAMP"/>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6.xml><?xml version="1.0" encoding="utf-8"?>
<p:tagLst xmlns:a="http://schemas.openxmlformats.org/drawingml/2006/main" xmlns:r="http://schemas.openxmlformats.org/officeDocument/2006/relationships" xmlns:p="http://schemas.openxmlformats.org/presentationml/2006/main">
  <p:tag name="MM_SHAPE_TYPE" val="SECTION"/>
</p:tagLst>
</file>

<file path=ppt/tags/tag7.xml><?xml version="1.0" encoding="utf-8"?>
<p:tagLst xmlns:a="http://schemas.openxmlformats.org/drawingml/2006/main" xmlns:r="http://schemas.openxmlformats.org/officeDocument/2006/relationships" xmlns:p="http://schemas.openxmlformats.org/presentationml/2006/main">
  <p:tag name="MM_SLIDE_TYPE" val="2"/>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10.xml><?xml version="1.0" encoding="utf-8"?>
<p:tagLst xmlns:a="http://schemas.openxmlformats.org/drawingml/2006/main" xmlns:r="http://schemas.openxmlformats.org/officeDocument/2006/relationships" xmlns:p="http://schemas.openxmlformats.org/presentationml/2006/main">
  <p:tag name="MM_SHAPE_TYPE" val="SECTION"/>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13.xml><?xml version="1.0" encoding="utf-8"?>
<p:tagLst xmlns:a="http://schemas.openxmlformats.org/drawingml/2006/main" xmlns:r="http://schemas.openxmlformats.org/officeDocument/2006/relationships" xmlns:p="http://schemas.openxmlformats.org/presentationml/2006/main">
  <p:tag name="MM_SHAPE_TYPE" val="SECTION"/>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16.xml><?xml version="1.0" encoding="utf-8"?>
<p:tagLst xmlns:a="http://schemas.openxmlformats.org/drawingml/2006/main" xmlns:r="http://schemas.openxmlformats.org/officeDocument/2006/relationships" xmlns:p="http://schemas.openxmlformats.org/presentationml/2006/main">
  <p:tag name="MM_SHAPE_TYPE" val="SECTION"/>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19.xml><?xml version="1.0" encoding="utf-8"?>
<p:tagLst xmlns:a="http://schemas.openxmlformats.org/drawingml/2006/main" xmlns:r="http://schemas.openxmlformats.org/officeDocument/2006/relationships" xmlns:p="http://schemas.openxmlformats.org/presentationml/2006/main">
  <p:tag name="MM_SHAPE_TYPE" val="SECTION"/>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ags/tag21.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24.xml><?xml version="1.0" encoding="utf-8"?>
<p:tagLst xmlns:a="http://schemas.openxmlformats.org/drawingml/2006/main" xmlns:r="http://schemas.openxmlformats.org/officeDocument/2006/relationships" xmlns:p="http://schemas.openxmlformats.org/presentationml/2006/main">
  <p:tag name="MM_SLIDE_TYPE" val="6"/>
</p:tagLst>
</file>

<file path=ppt/tags/tag25.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26.xml><?xml version="1.0" encoding="utf-8"?>
<p:tagLst xmlns:a="http://schemas.openxmlformats.org/drawingml/2006/main" xmlns:r="http://schemas.openxmlformats.org/officeDocument/2006/relationships" xmlns:p="http://schemas.openxmlformats.org/presentationml/2006/main">
  <p:tag name="MM_SLIDE_TYPE" val="6"/>
</p:tagLst>
</file>

<file path=ppt/tags/tag27.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28.xml><?xml version="1.0" encoding="utf-8"?>
<p:tagLst xmlns:a="http://schemas.openxmlformats.org/drawingml/2006/main" xmlns:r="http://schemas.openxmlformats.org/officeDocument/2006/relationships" xmlns:p="http://schemas.openxmlformats.org/presentationml/2006/main">
  <p:tag name="MM_SLIDE_TYPE" val="6"/>
</p:tagLst>
</file>

<file path=ppt/tags/tag29.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30.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31.xml><?xml version="1.0" encoding="utf-8"?>
<p:tagLst xmlns:a="http://schemas.openxmlformats.org/drawingml/2006/main" xmlns:r="http://schemas.openxmlformats.org/officeDocument/2006/relationships" xmlns:p="http://schemas.openxmlformats.org/presentationml/2006/main">
  <p:tag name="MM_SLIDE_TYPE" val="6"/>
</p:tagLst>
</file>

<file path=ppt/tags/tag32.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33.xml><?xml version="1.0" encoding="utf-8"?>
<p:tagLst xmlns:a="http://schemas.openxmlformats.org/drawingml/2006/main" xmlns:r="http://schemas.openxmlformats.org/officeDocument/2006/relationships" xmlns:p="http://schemas.openxmlformats.org/presentationml/2006/main">
  <p:tag name="MM_SLIDE_TYPE" val="6"/>
</p:tagLst>
</file>

<file path=ppt/tags/tag34.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35.xml><?xml version="1.0" encoding="utf-8"?>
<p:tagLst xmlns:a="http://schemas.openxmlformats.org/drawingml/2006/main" xmlns:r="http://schemas.openxmlformats.org/officeDocument/2006/relationships" xmlns:p="http://schemas.openxmlformats.org/presentationml/2006/main">
  <p:tag name="MM_SLIDE_TYPE" val="6"/>
</p:tagLst>
</file>

<file path=ppt/tags/tag36.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37.xml><?xml version="1.0" encoding="utf-8"?>
<p:tagLst xmlns:a="http://schemas.openxmlformats.org/drawingml/2006/main" xmlns:r="http://schemas.openxmlformats.org/officeDocument/2006/relationships" xmlns:p="http://schemas.openxmlformats.org/presentationml/2006/main">
  <p:tag name="MM_SLIDE_TYPE" val="6"/>
</p:tagLst>
</file>

<file path=ppt/tags/tag38.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39.xml><?xml version="1.0" encoding="utf-8"?>
<p:tagLst xmlns:a="http://schemas.openxmlformats.org/drawingml/2006/main" xmlns:r="http://schemas.openxmlformats.org/officeDocument/2006/relationships" xmlns:p="http://schemas.openxmlformats.org/presentationml/2006/main">
  <p:tag name="MM_SLIDE_TYPE" val="6"/>
</p:tagLst>
</file>

<file path=ppt/tags/tag40.xml><?xml version="1.0" encoding="utf-8"?>
<p:tagLst xmlns:a="http://schemas.openxmlformats.org/drawingml/2006/main" xmlns:r="http://schemas.openxmlformats.org/officeDocument/2006/relationships" xmlns:p="http://schemas.openxmlformats.org/presentationml/2006/main">
  <p:tag name="MM_SLIDE_TYPE" val="2"/>
</p:tagLst>
</file>

<file path=ppt/tags/tag41.xml><?xml version="1.0" encoding="utf-8"?>
<p:tagLst xmlns:a="http://schemas.openxmlformats.org/drawingml/2006/main" xmlns:r="http://schemas.openxmlformats.org/officeDocument/2006/relationships" xmlns:p="http://schemas.openxmlformats.org/presentationml/2006/main">
  <p:tag name="MM_SLIDE_TYPE" val="1"/>
</p:tagLst>
</file>

<file path=ppt/tags/tag42.xml><?xml version="1.0" encoding="utf-8"?>
<p:tagLst xmlns:a="http://schemas.openxmlformats.org/drawingml/2006/main" xmlns:r="http://schemas.openxmlformats.org/officeDocument/2006/relationships" xmlns:p="http://schemas.openxmlformats.org/presentationml/2006/main">
  <p:tag name="MM_SLIDE_TYPE" val="3"/>
</p:tagLst>
</file>

<file path=ppt/tags/tag43.xml><?xml version="1.0" encoding="utf-8"?>
<p:tagLst xmlns:a="http://schemas.openxmlformats.org/drawingml/2006/main" xmlns:r="http://schemas.openxmlformats.org/officeDocument/2006/relationships" xmlns:p="http://schemas.openxmlformats.org/presentationml/2006/main">
  <p:tag name="MM_SLIDE_TYPE" val="3"/>
</p:tagLst>
</file>

<file path=ppt/tags/tag44.xml><?xml version="1.0" encoding="utf-8"?>
<p:tagLst xmlns:a="http://schemas.openxmlformats.org/drawingml/2006/main" xmlns:r="http://schemas.openxmlformats.org/officeDocument/2006/relationships" xmlns:p="http://schemas.openxmlformats.org/presentationml/2006/main">
  <p:tag name="MM_SLIDE_TYPE" val="3"/>
</p:tagLst>
</file>

<file path=ppt/tags/tag45.xml><?xml version="1.0" encoding="utf-8"?>
<p:tagLst xmlns:a="http://schemas.openxmlformats.org/drawingml/2006/main" xmlns:r="http://schemas.openxmlformats.org/officeDocument/2006/relationships" xmlns:p="http://schemas.openxmlformats.org/presentationml/2006/main">
  <p:tag name="MM_SLIDE_TYPE" val="6"/>
</p:tagLst>
</file>

<file path=ppt/tags/tag46.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47.xml><?xml version="1.0" encoding="utf-8"?>
<p:tagLst xmlns:a="http://schemas.openxmlformats.org/drawingml/2006/main" xmlns:r="http://schemas.openxmlformats.org/officeDocument/2006/relationships" xmlns:p="http://schemas.openxmlformats.org/presentationml/2006/main">
  <p:tag name="MM_SHAPE_TYPE" val="SECTION"/>
</p:tagLst>
</file>

<file path=ppt/tags/tag48.xml><?xml version="1.0" encoding="utf-8"?>
<p:tagLst xmlns:a="http://schemas.openxmlformats.org/drawingml/2006/main" xmlns:r="http://schemas.openxmlformats.org/officeDocument/2006/relationships" xmlns:p="http://schemas.openxmlformats.org/presentationml/2006/main">
  <p:tag name="MM_SLIDE_TYPE" val="8"/>
</p:tagLst>
</file>

<file path=ppt/tags/tag49.xml><?xml version="1.0" encoding="utf-8"?>
<p:tagLst xmlns:a="http://schemas.openxmlformats.org/drawingml/2006/main" xmlns:r="http://schemas.openxmlformats.org/officeDocument/2006/relationships" xmlns:p="http://schemas.openxmlformats.org/presentationml/2006/main">
  <p:tag name="MM_SLIDE_TYPE" val="4"/>
</p:tagLst>
</file>

<file path=ppt/tags/tag50.xml><?xml version="1.0" encoding="utf-8"?>
<p:tagLst xmlns:a="http://schemas.openxmlformats.org/drawingml/2006/main" xmlns:r="http://schemas.openxmlformats.org/officeDocument/2006/relationships" xmlns:p="http://schemas.openxmlformats.org/presentationml/2006/main">
  <p:tag name="MM_SLIDE_TYPE" val="5"/>
</p:tagLst>
</file>

<file path=ppt/tags/tag51.xml><?xml version="1.0" encoding="utf-8"?>
<p:tagLst xmlns:a="http://schemas.openxmlformats.org/drawingml/2006/main" xmlns:r="http://schemas.openxmlformats.org/officeDocument/2006/relationships" xmlns:p="http://schemas.openxmlformats.org/presentationml/2006/main">
  <p:tag name="MM_SLIDE_TYPE" val="6"/>
</p:tagLst>
</file>

<file path=ppt/tags/tag52.xml><?xml version="1.0" encoding="utf-8"?>
<p:tagLst xmlns:a="http://schemas.openxmlformats.org/drawingml/2006/main" xmlns:r="http://schemas.openxmlformats.org/officeDocument/2006/relationships" xmlns:p="http://schemas.openxmlformats.org/presentationml/2006/main">
  <p:tag name="MM_SHAPE_TYPE" val="STAMP"/>
</p:tagLst>
</file>

<file path=ppt/tags/tag53.xml><?xml version="1.0" encoding="utf-8"?>
<p:tagLst xmlns:a="http://schemas.openxmlformats.org/drawingml/2006/main" xmlns:r="http://schemas.openxmlformats.org/officeDocument/2006/relationships" xmlns:p="http://schemas.openxmlformats.org/presentationml/2006/main">
  <p:tag name="MM_SHAPE_TYPE" val="STAMP"/>
</p:tagLst>
</file>

<file path=ppt/tags/tag54.xml><?xml version="1.0" encoding="utf-8"?>
<p:tagLst xmlns:a="http://schemas.openxmlformats.org/drawingml/2006/main" xmlns:r="http://schemas.openxmlformats.org/officeDocument/2006/relationships" xmlns:p="http://schemas.openxmlformats.org/presentationml/2006/main">
  <p:tag name="MM_SLIDE_TYPE" val="6"/>
</p:tagLst>
</file>

<file path=ppt/tags/tag55.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56.xml><?xml version="1.0" encoding="utf-8"?>
<p:tagLst xmlns:a="http://schemas.openxmlformats.org/drawingml/2006/main" xmlns:r="http://schemas.openxmlformats.org/officeDocument/2006/relationships" xmlns:p="http://schemas.openxmlformats.org/presentationml/2006/main">
  <p:tag name="MM_SHAPE_TYPE" val="SECTION"/>
</p:tagLst>
</file>

<file path=ppt/tags/tag57.xml><?xml version="1.0" encoding="utf-8"?>
<p:tagLst xmlns:a="http://schemas.openxmlformats.org/drawingml/2006/main" xmlns:r="http://schemas.openxmlformats.org/officeDocument/2006/relationships" xmlns:p="http://schemas.openxmlformats.org/presentationml/2006/main">
  <p:tag name="MM_SLIDE_TYPE" val="2"/>
</p:tagLst>
</file>

<file path=ppt/tags/tag58.xml><?xml version="1.0" encoding="utf-8"?>
<p:tagLst xmlns:a="http://schemas.openxmlformats.org/drawingml/2006/main" xmlns:r="http://schemas.openxmlformats.org/officeDocument/2006/relationships" xmlns:p="http://schemas.openxmlformats.org/presentationml/2006/main">
  <p:tag name="MM_SLIDE_TYPE" val="6"/>
</p:tagLst>
</file>

<file path=ppt/tags/tag59.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60.xml><?xml version="1.0" encoding="utf-8"?>
<p:tagLst xmlns:a="http://schemas.openxmlformats.org/drawingml/2006/main" xmlns:r="http://schemas.openxmlformats.org/officeDocument/2006/relationships" xmlns:p="http://schemas.openxmlformats.org/presentationml/2006/main">
  <p:tag name="MM_SHAPE_TYPE" val="SECTION"/>
</p:tagLst>
</file>

<file path=ppt/tags/tag61.xml><?xml version="1.0" encoding="utf-8"?>
<p:tagLst xmlns:a="http://schemas.openxmlformats.org/drawingml/2006/main" xmlns:r="http://schemas.openxmlformats.org/officeDocument/2006/relationships" xmlns:p="http://schemas.openxmlformats.org/presentationml/2006/main">
  <p:tag name="MM_SLIDE_TYPE" val="6"/>
</p:tagLst>
</file>

<file path=ppt/tags/tag62.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63.xml><?xml version="1.0" encoding="utf-8"?>
<p:tagLst xmlns:a="http://schemas.openxmlformats.org/drawingml/2006/main" xmlns:r="http://schemas.openxmlformats.org/officeDocument/2006/relationships" xmlns:p="http://schemas.openxmlformats.org/presentationml/2006/main">
  <p:tag name="MM_SHAPE_TYPE" val="SECTION"/>
</p:tagLst>
</file>

<file path=ppt/tags/tag64.xml><?xml version="1.0" encoding="utf-8"?>
<p:tagLst xmlns:a="http://schemas.openxmlformats.org/drawingml/2006/main" xmlns:r="http://schemas.openxmlformats.org/officeDocument/2006/relationships" xmlns:p="http://schemas.openxmlformats.org/presentationml/2006/main">
  <p:tag name="MM_SLIDE_TYPE" val="6"/>
</p:tagLst>
</file>

<file path=ppt/tags/tag65.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66.xml><?xml version="1.0" encoding="utf-8"?>
<p:tagLst xmlns:a="http://schemas.openxmlformats.org/drawingml/2006/main" xmlns:r="http://schemas.openxmlformats.org/officeDocument/2006/relationships" xmlns:p="http://schemas.openxmlformats.org/presentationml/2006/main">
  <p:tag name="MM_SHAPE_TYPE" val="SECTION"/>
</p:tagLst>
</file>

<file path=ppt/tags/tag67.xml><?xml version="1.0" encoding="utf-8"?>
<p:tagLst xmlns:a="http://schemas.openxmlformats.org/drawingml/2006/main" xmlns:r="http://schemas.openxmlformats.org/officeDocument/2006/relationships" xmlns:p="http://schemas.openxmlformats.org/presentationml/2006/main">
  <p:tag name="MM_SLIDE_TYPE" val="6"/>
</p:tagLst>
</file>

<file path=ppt/tags/tag68.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69.xml><?xml version="1.0" encoding="utf-8"?>
<p:tagLst xmlns:a="http://schemas.openxmlformats.org/drawingml/2006/main" xmlns:r="http://schemas.openxmlformats.org/officeDocument/2006/relationships" xmlns:p="http://schemas.openxmlformats.org/presentationml/2006/main">
  <p:tag name="MM_SHAPE_TYPE" val="SECTION"/>
</p:tagLst>
</file>

<file path=ppt/tags/tag70.xml><?xml version="1.0" encoding="utf-8"?>
<p:tagLst xmlns:a="http://schemas.openxmlformats.org/drawingml/2006/main" xmlns:r="http://schemas.openxmlformats.org/officeDocument/2006/relationships" xmlns:p="http://schemas.openxmlformats.org/presentationml/2006/main">
  <p:tag name="MM_SLIDE_TYPE" val="6"/>
</p:tagLst>
</file>

<file path=ppt/tags/tag71.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72.xml><?xml version="1.0" encoding="utf-8"?>
<p:tagLst xmlns:a="http://schemas.openxmlformats.org/drawingml/2006/main" xmlns:r="http://schemas.openxmlformats.org/officeDocument/2006/relationships" xmlns:p="http://schemas.openxmlformats.org/presentationml/2006/main">
  <p:tag name="MM_SLIDE_TYPE" val="6"/>
</p:tagLst>
</file>

<file path=ppt/tags/tag73.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74.xml><?xml version="1.0" encoding="utf-8"?>
<p:tagLst xmlns:a="http://schemas.openxmlformats.org/drawingml/2006/main" xmlns:r="http://schemas.openxmlformats.org/officeDocument/2006/relationships" xmlns:p="http://schemas.openxmlformats.org/presentationml/2006/main">
  <p:tag name="MM_SLIDE_TYPE" val="6"/>
</p:tagLst>
</file>

<file path=ppt/tags/tag75.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76.xml><?xml version="1.0" encoding="utf-8"?>
<p:tagLst xmlns:a="http://schemas.openxmlformats.org/drawingml/2006/main" xmlns:r="http://schemas.openxmlformats.org/officeDocument/2006/relationships" xmlns:p="http://schemas.openxmlformats.org/presentationml/2006/main">
  <p:tag name="MM_SLIDE_TYPE" val="6"/>
</p:tagLst>
</file>

<file path=ppt/tags/tag77.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78.xml><?xml version="1.0" encoding="utf-8"?>
<p:tagLst xmlns:a="http://schemas.openxmlformats.org/drawingml/2006/main" xmlns:r="http://schemas.openxmlformats.org/officeDocument/2006/relationships" xmlns:p="http://schemas.openxmlformats.org/presentationml/2006/main">
  <p:tag name="MM_SLIDE_TYPE" val="6"/>
</p:tagLst>
</file>

<file path=ppt/tags/tag79.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80.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81.xml><?xml version="1.0" encoding="utf-8"?>
<p:tagLst xmlns:a="http://schemas.openxmlformats.org/drawingml/2006/main" xmlns:r="http://schemas.openxmlformats.org/officeDocument/2006/relationships" xmlns:p="http://schemas.openxmlformats.org/presentationml/2006/main">
  <p:tag name="MM_SLIDE_TYPE" val="6"/>
</p:tagLst>
</file>

<file path=ppt/tags/tag82.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83.xml><?xml version="1.0" encoding="utf-8"?>
<p:tagLst xmlns:a="http://schemas.openxmlformats.org/drawingml/2006/main" xmlns:r="http://schemas.openxmlformats.org/officeDocument/2006/relationships" xmlns:p="http://schemas.openxmlformats.org/presentationml/2006/main">
  <p:tag name="MM_SLIDE_TYPE" val="6"/>
</p:tagLst>
</file>

<file path=ppt/tags/tag84.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85.xml><?xml version="1.0" encoding="utf-8"?>
<p:tagLst xmlns:a="http://schemas.openxmlformats.org/drawingml/2006/main" xmlns:r="http://schemas.openxmlformats.org/officeDocument/2006/relationships" xmlns:p="http://schemas.openxmlformats.org/presentationml/2006/main">
  <p:tag name="MM_SLIDE_TYPE" val="6"/>
</p:tagLst>
</file>

<file path=ppt/tags/tag86.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87.xml><?xml version="1.0" encoding="utf-8"?>
<p:tagLst xmlns:a="http://schemas.openxmlformats.org/drawingml/2006/main" xmlns:r="http://schemas.openxmlformats.org/officeDocument/2006/relationships" xmlns:p="http://schemas.openxmlformats.org/presentationml/2006/main">
  <p:tag name="MM_SLIDE_TYPE" val="6"/>
</p:tagLst>
</file>

<file path=ppt/tags/tag88.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89.xml><?xml version="1.0" encoding="utf-8"?>
<p:tagLst xmlns:a="http://schemas.openxmlformats.org/drawingml/2006/main" xmlns:r="http://schemas.openxmlformats.org/officeDocument/2006/relationships" xmlns:p="http://schemas.openxmlformats.org/presentationml/2006/main">
  <p:tag name="MM_SLIDE_TYPE" val="6"/>
</p:tagLst>
</file>

<file path=ppt/tags/tag90.xml><?xml version="1.0" encoding="utf-8"?>
<p:tagLst xmlns:a="http://schemas.openxmlformats.org/drawingml/2006/main" xmlns:r="http://schemas.openxmlformats.org/officeDocument/2006/relationships" xmlns:p="http://schemas.openxmlformats.org/presentationml/2006/main">
  <p:tag name="MM_SLIDE_TYPE" val="2"/>
</p:tagLst>
</file>

<file path=ppt/tags/tag91.xml><?xml version="1.0" encoding="utf-8"?>
<p:tagLst xmlns:a="http://schemas.openxmlformats.org/drawingml/2006/main" xmlns:r="http://schemas.openxmlformats.org/officeDocument/2006/relationships" xmlns:p="http://schemas.openxmlformats.org/presentationml/2006/main">
  <p:tag name="MM_SLIDE_TYPE" val="1"/>
</p:tagLst>
</file>

<file path=ppt/tags/tag92.xml><?xml version="1.0" encoding="utf-8"?>
<p:tagLst xmlns:a="http://schemas.openxmlformats.org/drawingml/2006/main" xmlns:r="http://schemas.openxmlformats.org/officeDocument/2006/relationships" xmlns:p="http://schemas.openxmlformats.org/presentationml/2006/main">
  <p:tag name="MM_SLIDE_TYPE" val="3"/>
</p:tagLst>
</file>

<file path=ppt/tags/tag93.xml><?xml version="1.0" encoding="utf-8"?>
<p:tagLst xmlns:a="http://schemas.openxmlformats.org/drawingml/2006/main" xmlns:r="http://schemas.openxmlformats.org/officeDocument/2006/relationships" xmlns:p="http://schemas.openxmlformats.org/presentationml/2006/main">
  <p:tag name="MM_SLIDE_TYPE" val="3"/>
</p:tagLst>
</file>

<file path=ppt/tags/tag94.xml><?xml version="1.0" encoding="utf-8"?>
<p:tagLst xmlns:a="http://schemas.openxmlformats.org/drawingml/2006/main" xmlns:r="http://schemas.openxmlformats.org/officeDocument/2006/relationships" xmlns:p="http://schemas.openxmlformats.org/presentationml/2006/main">
  <p:tag name="MM_SLIDE_TYPE" val="3"/>
</p:tagLst>
</file>

<file path=ppt/tags/tag95.xml><?xml version="1.0" encoding="utf-8"?>
<p:tagLst xmlns:a="http://schemas.openxmlformats.org/drawingml/2006/main" xmlns:r="http://schemas.openxmlformats.org/officeDocument/2006/relationships" xmlns:p="http://schemas.openxmlformats.org/presentationml/2006/main">
  <p:tag name="MM_SLIDE_TYPE" val="6"/>
</p:tagLst>
</file>

<file path=ppt/tags/tag96.xml><?xml version="1.0" encoding="utf-8"?>
<p:tagLst xmlns:a="http://schemas.openxmlformats.org/drawingml/2006/main" xmlns:r="http://schemas.openxmlformats.org/officeDocument/2006/relationships" xmlns:p="http://schemas.openxmlformats.org/presentationml/2006/main">
  <p:tag name="MM_SHAPE_TYPE" val="FOOTNOTE"/>
</p:tagLst>
</file>

<file path=ppt/tags/tag97.xml><?xml version="1.0" encoding="utf-8"?>
<p:tagLst xmlns:a="http://schemas.openxmlformats.org/drawingml/2006/main" xmlns:r="http://schemas.openxmlformats.org/officeDocument/2006/relationships" xmlns:p="http://schemas.openxmlformats.org/presentationml/2006/main">
  <p:tag name="MM_SHAPE_TYPE" val="SECTION"/>
</p:tagLst>
</file>

<file path=ppt/tags/tag98.xml><?xml version="1.0" encoding="utf-8"?>
<p:tagLst xmlns:a="http://schemas.openxmlformats.org/drawingml/2006/main" xmlns:r="http://schemas.openxmlformats.org/officeDocument/2006/relationships" xmlns:p="http://schemas.openxmlformats.org/presentationml/2006/main">
  <p:tag name="MM_SLIDE_TYPE" val="8"/>
</p:tagLst>
</file>

<file path=ppt/tags/tag99.xml><?xml version="1.0" encoding="utf-8"?>
<p:tagLst xmlns:a="http://schemas.openxmlformats.org/drawingml/2006/main" xmlns:r="http://schemas.openxmlformats.org/officeDocument/2006/relationships" xmlns:p="http://schemas.openxmlformats.org/presentationml/2006/main">
  <p:tag name="MM_SLIDE_TYPE" val="4"/>
</p:tagLst>
</file>

<file path=ppt/tags/tag100.xml><?xml version="1.0" encoding="utf-8"?>
<p:tagLst xmlns:a="http://schemas.openxmlformats.org/drawingml/2006/main" xmlns:r="http://schemas.openxmlformats.org/officeDocument/2006/relationships" xmlns:p="http://schemas.openxmlformats.org/presentationml/2006/main">
  <p:tag name="MM_SLIDE_TYPE" val="5"/>
</p:tagLst>
</file>

<file path=ppt/tags/tag10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Sample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95000"/>
          </a:schemeClr>
        </a:solidFill>
        <a:ln>
          <a:noFill/>
        </a:ln>
      </a:spPr>
      <a:bodyPr rtlCol="0" anchor="t"/>
      <a:lstStyle>
        <a:defPPr marL="137160" indent="-137160" algn="l">
          <a:buFont typeface="Arial" panose="020B0604020202020204" pitchFamily="34" charset="0"/>
          <a:buChar char="•"/>
          <a:defRPr sz="10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0bd2f7.potx" id="{AB8A90CE-F699-433C-AA51-FF281BF5744E}" vid="{1C121F58-ECCC-44EE-AD70-1274B858DA4E}"/>
    </a:ext>
  </a:extLst>
</a:theme>
</file>

<file path=ppt/theme/theme2.xml><?xml version="1.0" encoding="utf-8"?>
<a:theme xmlns:a="http://schemas.openxmlformats.org/drawingml/2006/main" name="1_Sample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95000"/>
          </a:schemeClr>
        </a:solidFill>
        <a:ln>
          <a:noFill/>
        </a:ln>
      </a:spPr>
      <a:bodyPr rtlCol="0" anchor="t"/>
      <a:lstStyle>
        <a:defPPr marL="137160" indent="-137160" algn="l">
          <a:buFont typeface="Arial" panose="020B0604020202020204" pitchFamily="34" charset="0"/>
          <a:buChar char="•"/>
          <a:defRPr sz="10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0bd2f7.potx" id="{AB8A90CE-F699-433C-AA51-FF281BF5744E}" vid="{1C121F58-ECCC-44EE-AD70-1274B858DA4E}"/>
    </a:ext>
  </a:extLst>
</a:theme>
</file>

<file path=ppt/theme/theme3.xml><?xml version="1.0" encoding="utf-8"?>
<a:theme xmlns:a="http://schemas.openxmlformats.org/drawingml/2006/main" name="1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3f71597-6eea-407b-b363-83d8f70ae99a">
      <Terms xmlns="http://schemas.microsoft.com/office/infopath/2007/PartnerControls"/>
    </lcf76f155ced4ddcb4097134ff3c332f>
    <TaxCatchAll xmlns="c21ac931-26fb-473f-8a76-86a0d51248e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901D6CF0A6FFB42B8317D2B627B129B" ma:contentTypeVersion="20" ma:contentTypeDescription="Create a new document." ma:contentTypeScope="" ma:versionID="760c20304317d73a79475ab85a96bd6f">
  <xsd:schema xmlns:xsd="http://www.w3.org/2001/XMLSchema" xmlns:xs="http://www.w3.org/2001/XMLSchema" xmlns:p="http://schemas.microsoft.com/office/2006/metadata/properties" xmlns:ns2="c21ac931-26fb-473f-8a76-86a0d51248e0" xmlns:ns3="03f71597-6eea-407b-b363-83d8f70ae99a" targetNamespace="http://schemas.microsoft.com/office/2006/metadata/properties" ma:root="true" ma:fieldsID="6ef2567d6498961e9b6d7889fdc7023d" ns2:_="" ns3:_="">
    <xsd:import namespace="c21ac931-26fb-473f-8a76-86a0d51248e0"/>
    <xsd:import namespace="03f71597-6eea-407b-b363-83d8f70ae99a"/>
    <xsd:element name="properties">
      <xsd:complexType>
        <xsd:sequence>
          <xsd:element name="documentManagement">
            <xsd:complexType>
              <xsd:all>
                <xsd:element ref="ns2:SharedWithUsers" minOccurs="0"/>
                <xsd:element ref="ns2:SharedWithDetails" minOccurs="0"/>
                <xsd:element ref="ns2:LastSharedByUser" minOccurs="0"/>
                <xsd:element ref="ns2:LastSharedByTime" minOccurs="0"/>
                <xsd:element ref="ns3:MediaServiceMetadata" minOccurs="0"/>
                <xsd:element ref="ns3:MediaServiceFastMetadata" minOccurs="0"/>
                <xsd:element ref="ns3:MediaServiceAutoTags" minOccurs="0"/>
                <xsd:element ref="ns3:MediaServiceDateTaken" minOccurs="0"/>
                <xsd:element ref="ns3:MediaServiceLocation"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1ac931-26fb-473f-8a76-86a0d51248e0"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0" nillable="true" ma:displayName="Last Shared By User" ma:description="" ma:internalName="LastSharedByUser" ma:readOnly="true">
      <xsd:simpleType>
        <xsd:restriction base="dms:Note">
          <xsd:maxLength value="255"/>
        </xsd:restriction>
      </xsd:simpleType>
    </xsd:element>
    <xsd:element name="LastSharedByTime" ma:index="11" nillable="true" ma:displayName="Last Shared By Time" ma:description="" ma:internalName="LastSharedByTime" ma:readOnly="true">
      <xsd:simpleType>
        <xsd:restriction base="dms:DateTime"/>
      </xsd:simpleType>
    </xsd:element>
    <xsd:element name="TaxCatchAll" ma:index="25" nillable="true" ma:displayName="Taxonomy Catch All Column" ma:hidden="true" ma:list="{62fd23c2-d1ba-4c40-993f-3b61bbd04802}" ma:internalName="TaxCatchAll" ma:showField="CatchAllData" ma:web="c21ac931-26fb-473f-8a76-86a0d51248e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3f71597-6eea-407b-b363-83d8f70ae99a" elementFormDefault="qualified">
    <xsd:import namespace="http://schemas.microsoft.com/office/2006/documentManagement/types"/>
    <xsd:import namespace="http://schemas.microsoft.com/office/infopath/2007/PartnerControls"/>
    <xsd:element name="MediaServiceMetadata" ma:index="12" nillable="true" ma:displayName="MediaServiceMetadata" ma:description="" ma:hidden="true" ma:internalName="MediaServiceMetadata" ma:readOnly="true">
      <xsd:simpleType>
        <xsd:restriction base="dms:Note"/>
      </xsd:simpleType>
    </xsd:element>
    <xsd:element name="MediaServiceFastMetadata" ma:index="13" nillable="true" ma:displayName="MediaServiceFastMetadata" ma:description="" ma:hidden="true" ma:internalName="MediaServiceFastMetadata" ma:readOnly="true">
      <xsd:simpleType>
        <xsd:restriction base="dms:Note"/>
      </xsd:simpleType>
    </xsd:element>
    <xsd:element name="MediaServiceAutoTags" ma:index="14" nillable="true" ma:displayName="MediaServiceAutoTags" ma:description="" ma:internalName="MediaServiceAutoTags" ma:readOnly="true">
      <xsd:simpleType>
        <xsd:restriction base="dms:Text"/>
      </xsd:simpleType>
    </xsd:element>
    <xsd:element name="MediaServiceDateTaken" ma:index="15" nillable="true" ma:displayName="MediaServiceDateTaken" ma:description="" ma:hidden="true" ma:internalName="MediaServiceDateTaken"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03b649a-047b-46bb-9f5a-1e24896181b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27ED67-DEA9-462A-855F-89CDB55ECB6D}">
  <ds:schemaRefs>
    <ds:schemaRef ds:uri="http://schemas.microsoft.com/sharepoint/v3/contenttype/forms"/>
  </ds:schemaRefs>
</ds:datastoreItem>
</file>

<file path=customXml/itemProps2.xml><?xml version="1.0" encoding="utf-8"?>
<ds:datastoreItem xmlns:ds="http://schemas.openxmlformats.org/officeDocument/2006/customXml" ds:itemID="{43770DD1-0A1C-4B36-9DCF-5FAB9F69B4C0}">
  <ds:schemaRefs>
    <ds:schemaRef ds:uri="c21ac931-26fb-473f-8a76-86a0d51248e0"/>
    <ds:schemaRef ds:uri="http://purl.org/dc/dcmitype/"/>
    <ds:schemaRef ds:uri="http://schemas.microsoft.com/office/2006/documentManagement/types"/>
    <ds:schemaRef ds:uri="http://purl.org/dc/elements/1.1/"/>
    <ds:schemaRef ds:uri="http://schemas.microsoft.com/office/2006/metadata/properties"/>
    <ds:schemaRef ds:uri="http://purl.org/dc/terms/"/>
    <ds:schemaRef ds:uri="03f71597-6eea-407b-b363-83d8f70ae99a"/>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1E5238E-FAF9-4663-BB89-8F8A9D8533D4}">
  <ds:schemaRefs>
    <ds:schemaRef ds:uri="03f71597-6eea-407b-b363-83d8f70ae99a"/>
    <ds:schemaRef ds:uri="c21ac931-26fb-473f-8a76-86a0d51248e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0bd2f7</Template>
  <TotalTime>157</TotalTime>
  <Words>1157</Words>
  <Application>Microsoft Office PowerPoint</Application>
  <PresentationFormat>On-screen Show (4:3)</PresentationFormat>
  <Paragraphs>214</Paragraphs>
  <Slides>6</Slides>
  <Notes>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6</vt:i4>
      </vt:variant>
    </vt:vector>
  </HeadingPairs>
  <TitlesOfParts>
    <vt:vector size="16" baseType="lpstr">
      <vt:lpstr>Arial</vt:lpstr>
      <vt:lpstr>Calibri</vt:lpstr>
      <vt:lpstr>Courier New</vt:lpstr>
      <vt:lpstr>Garamond</vt:lpstr>
      <vt:lpstr>Source Sans Pro</vt:lpstr>
      <vt:lpstr>Times New Roman</vt:lpstr>
      <vt:lpstr>Wingdings</vt:lpstr>
      <vt:lpstr>Sample Template</vt:lpstr>
      <vt:lpstr>1_Sample Template</vt:lpstr>
      <vt:lpstr>1_Custom Design</vt:lpstr>
      <vt:lpstr>PowerPoint Presentation</vt:lpstr>
      <vt:lpstr>DalFort Capital Partners (“DalFort”) Overview</vt:lpstr>
      <vt:lpstr>The DalFort Team</vt:lpstr>
      <vt:lpstr>DalFort Investment Experience</vt:lpstr>
      <vt:lpstr>How DalFort Partners with Teams to Build Enduring Platforms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Tyler Forcum</dc:creator>
  <cp:lastModifiedBy>Preston Arnold</cp:lastModifiedBy>
  <cp:revision>2</cp:revision>
  <cp:lastPrinted>2025-09-22T19:11:31Z</cp:lastPrinted>
  <dcterms:created xsi:type="dcterms:W3CDTF">2025-02-26T15:47:47Z</dcterms:created>
  <dcterms:modified xsi:type="dcterms:W3CDTF">2026-02-27T15:22:24Z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0x0101002901D6CF0A6FFB42B8317D2B627B129B</vt:lpwstr>
  </property>
  <property fmtid="{D5CDD505-2E9C-101B-9397-08002B2CF9AE}" pid="3" name="MediaServiceImageTags">
    <vt:lpwstr/>
  </property>
</Properties>
</file>